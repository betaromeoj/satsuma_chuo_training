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52effd56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52effd56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SLIDES_API1563550813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SLIDES_API1563550813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SLIDES_API1563550813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SLIDES_API1563550813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SLIDES_API1563550813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SLIDES_API1563550813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SLIDES_API1563550813_1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SLIDES_API1563550813_1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g3f52effd56a_2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8" name="Google Shape;1388;g3f52effd56a_2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SLIDES_API1563550813_1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7" name="Google Shape;1607;SLIDES_API1563550813_1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7" name="Shape 1827"/>
        <p:cNvGrpSpPr/>
        <p:nvPr/>
      </p:nvGrpSpPr>
      <p:grpSpPr>
        <a:xfrm>
          <a:off x="0" y="0"/>
          <a:ext cx="0" cy="0"/>
          <a:chOff x="0" y="0"/>
          <a:chExt cx="0" cy="0"/>
        </a:xfrm>
      </p:grpSpPr>
      <p:sp>
        <p:nvSpPr>
          <p:cNvPr id="1828" name="Google Shape;1828;SLIDES_API1563550813_1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9" name="Google Shape;1829;SLIDES_API1563550813_1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descr="{&quot;history&quot;:[{&quot;timestamp&quot;:1784113823489,&quot;dateStr&quot;:&quot;2026/07/15 20:10:23&quot;,&quot;slideData&quot;:[{&quot;type&quot;:&quot;title&quot;,&quot;title&quot;:&quot;Google Meetで実現する「学びの保障」&quot;,&quot;date&quot;:&quot;2026.07.15&quot;,&quot;notes&quot;:&quot;本日はGoogle Meetを活用した「学びの保障」研修にお集まりいただき、ありがとうございます。本研修では、単にツールを使いこなすことではなく、教室に来られない生徒に授業を届け、録音とAIで学びを残す一連の仕組みについて解説します。&quot;,&quot;_title_widthPt&quot;:742.2938232421875},{&quot;type&quot;:&quot;agenda&quot;,&quot;title&quot;:&quot;本日の研修アジェンダ&quot;,&quot;subhead&quot;:&quot;つなぐ・残す・届け直すステップを体系的に学びます&quot;,&quot;items&quot;:[&quot;「学びの保障」の基本方針&quot;,&quot;リアルタイムに「授業を届ける」方法&quot;,&quot;授業を録音し「記録に残す」手順&quot;,&quot;AIを活用して「学びを再構築する」流れ&quot;],&quot;notes&quot;:&quot;本日のアジェンダです。まず学びの保障の基本方針を確認し、Meetによる配信、サウンドレコーダーによる録音、そしてGeminiを用いた授業記録の生成と共有について順を追って説明します。&quot;,&quot;_title_widthPt&quot;:240,&quot;_subhead_widthPt&quot;:383.93975830078125},{&quot;type&quot;:&quot;section&quot;,&quot;title&quot;:&quot;「学びの保障」の基本方針&quot;,&quot;sectionNo&quot;:1,&quot;notes&quot;:&quot;第一章として、今回の研修における基本方針と、なぜ今この取り組みが必要なのかという目的について確認していきましょう。&quot;,&quot;_title_widthPt&quot;:455.9398498535156},{&quot;type&quot;:&quot;content&quot;,&quot;title&quot;:&quot;なぜ今「学びの保障」が必要なのか&quot;,&quot;subhead&quot;:&quot;あらゆる事情で登校できない生徒へ学習機会を確実に届ける&quot;,&quot;points&quot;:[&quot;病気療養、不登校、家庭事情などにより教室で受講できない生徒が確実に存在する&quot;,&quot;文部科学省の指針でも**ICTを活用した学校外での学習**や個別配慮の必要性が明示されている&quot;,&quot;本研修の最優先事項は多機能の習得ではなく[[教室に来られない生徒へいつもの授業を届ける]]こと&quot;,&quot;リアルタイム配信だけでなく**後から学び直せる環境**を同時に作ることが重要である&quot;],&quot;notes&quot;:&quot;病気や不登校など、様々な事情で教室に来られない生徒の学習機会をICTで保障することが求められています。文部科学省も配慮を求めており、今回はリアルタイムと後からの両面で学びを保障することを目指します。&quot;,&quot;_title_widthPt&quot;:384,&quot;_subhead_widthPt&quot;:431.9321594238281},{&quot;type&quot;:&quot;stepUp&quot;,&quot;title&quot;:&quot;本研修で目指す到達目標&quot;,&quot;subhead&quot;:&quot;研修終了時に受講者の皆様が体験・理解できている状態&quot;,&quot;items&quot;:[{&quot;title&quot;:&quot;Meet操作&quot;,&quot;desc&quot;:&quot;参加やカメラ・マイク操作、教材の画面共有ができる&quot;},{&quot;title&quot;:&quot;授業配信&quot;,&quot;desc&quot;:&quot;教室と自宅を同時につなぐ授業の流れを理解できる&quot;},{&quot;title&quot;:&quot;音声録音&quot;,&quot;desc&quot;:&quot;サウンドレコーダーで授業音声を確実に録音できる&quot;},{&quot;title&quot;:&quot;AI活用&quot;,&quot;desc&quot;:&quot;録音をGeminiに読み込ませて授業記録を自動生成する&quot;},{&quot;title&quot;:&quot;情報共有&quot;,&quot;desc&quot;:&quot;完成した授業記録をドキュメントやClassroomで共有する&quot;}],&quot;notes&quot;:&quot;この研修のゴールは、Meetの基本操作、授業配信の流れの理解、サウンドレコーダーでの録音、Geminiでの授業記録生成、そしてClassroomでの共有までの一連の流れを体験し、理解することです。&quot;,&quot;_title_widthPt&quot;:264,&quot;_subhead_widthPt&quot;:399.9372253417969},{&quot;type&quot;:&quot;flowChart&quot;,&quot;title&quot;:&quot;学びの保障を実現する「一連のストーリー」&quot;,&quot;subhead&quot;:&quot;事前準備から授業後の共有まで一貫した流れで実践します&quot;,&quot;flows&quot;:[{&quot;steps&quot;:[&quot;デジタル教材の準備&quot;,&quot;Google Meetの開始&quot;,&quot;同時ハイブリッド授業&quot;,&quot;サウンドレコーダー録音&quot;]},{&quot;steps&quot;:[&quot;音声をGeminiへアップ&quot;,&quot;文字起こしと内容整理&quot;,&quot;ドキュメントへ保存&quot;,&quot;Classroomで共有&quot;]}],&quot;notes&quot;:&quot;全体の流れはこのようになります。教材準備から配信、録音、そして授業後にAIを使って文字起こしと整理を行い、ドキュメント化してClassroomで生徒へ共有するまでのストーリーとなっています。&quot;,&quot;_title_widthPt&quot;:480,&quot;_subhead_widthPt&quot;:415.9346923828125},{&quot;type&quot;:&quot;section&quot;,&quot;title&quot;:&quot;リアルタイムに「授業を届ける」&quot;,&quot;sectionNo&quot;:2,&quot;notes&quot;:&quot;第二章では、リアルタイムに授業を届けるための、デジタル教材の扱い方やハイブリッド授業の基本構成について解説します。&quot;,&quot;_title_widthPt&quot;:569.9248352050781},{&quot;type&quot;:&quot;compare&quot;,&quot;title&quot;:&quot;デジタル教材の提示と画面共有&quot;,&quot;subhead&quot;:&quot;教室の生徒とオンラインの生徒が同じ教材を同時に見られる環境作り&quot;,&quot;leftTitle&quot;:&quot;教室内の提示（プロジェクター）&quot;,&quot;rightTitle&quot;:&quot;オンラインへの提示（Meet画面共有）&quot;,&quot;leftItems&quot;:[&quot;Surface上のデジタル教材を投影&quot;,&quot;黒板とスクリーンの併用で視覚化&quot;,&quot;教室内を移動しながら説明可能&quot;],&quot;rightItems&quot;:[&quot;教室と同じデジタル教材を共有&quot;,&quot;自宅や別室でも同じタイミングで受講&quot;,&quot;チャットや挙手機能で意思表示&quot;],&quot;notes&quot;:&quot;ハイブリッド授業では、可能な限り教材をデジタル化します。教室ではプロジェクターで投影し、オンラインの生徒にはMeetの画面共有を使うことで、両者が全く同じ教材を見ながら授業を進められます。&quot;,&quot;_title_widthPt&quot;:336,&quot;_subhead_widthPt&quot;:495.9220275878906},{&quot;type&quot;:&quot;cards&quot;,&quot;title&quot;:&quot;授業に使える推奨デジタル教材&quot;,&quot;subhead&quot;:&quot;特別なツールを使わなくても身近なデータで十分に対応可能です&quot;,&quot;columns&quot;:3,&quot;items&quot;:[{&quot;title&quot;:&quot;Googleスライド&quot;,&quot;desc&quot;:&quot;クラウド上で手軽に作成・編集ができ画面共有に最も適したツール&quot;},{&quot;title&quot;:&quot;Canvaプレゼン&quot;,&quot;desc&quot;:&quot;豊富なデザインテンプレートを活用した視覚効果の高い教材資料&quot;},{&quot;title&quot;:&quot;PDF / ドキュメント&quot;,&quot;desc&quot;:&quot;既存のプリントやテキストの文章をそのまま画面に提示可能&quot;},{&quot;title&quot;:&quot;Webサイト&quot;,&quot;desc&quot;:&quot;ブラウザで見られる最新の情報やニュースなどをそのまま活用&quot;},{&quot;title&quot;:&quot;デジタル教科書&quot;,&quot;desc&quot;:&quot;学校で導入されている教科書のデジタル版を画面に映して解説&quot;}],&quot;notes&quot;:&quot;使用するデジタル教材は、GoogleスライドやCanva、PDF、Webサイトなど、普段使っているもので構いません。これらをMeetで画面共有するだけで、効果的な遠隔授業が成り立ちます。&quot;,&quot;_title_widthPt&quot;:336,&quot;_subhead_widthPt&quot;:463.9270935058594},{&quot;type&quot;:&quot;diagram&quot;,&quot;title&quot;:&quot;ハイブリッド授業の基本構成と機材配置&quot;,&quot;subhead&quot;:&quot;機材を増やしすぎずシンプルな構成で持続可能な運用を目指します&quot;,&quot;lanes&quot;:[{&quot;title&quot;:&quot;前方・教壇エリア&quot;,&quot;items&quot;:[&quot;黒板とプロジェクター用スクリーンを配置&quot;,&quot;教師はピンマイクを装着して自由に移動&quot;,&quot;タブレットを三脚で固定して教師と黒板を撮影&quot;]},{&quot;title&quot;:&quot;教師用Surface&quot;,&quot;items&quot;:[&quot;デジタル教材を表示しMeetで画面共有を実行&quot;,&quot;Windowsサウンドレコーダーで授業音声を裏で録音&quot;]},{&quot;title&quot;:&quot;生徒の受講環境&quot;,&quot;items&quot;:[&quot;教室の生徒：プロジェクターで投影された教材を見る&quot;,&quot;オンラインの生徒：Meetの画面共有で自宅から受講&quot;]}],&quot;notes&quot;:&quot;教室内はシンプルな配置を心がけます。教師はピンマイクをつけて移動し、三脚に固定したタブレットで教室の様子を映します。教師用Surfaceでは教材の画面共有と、後述する音声録音を同時に行います。&quot;,&quot;_title_widthPt&quot;:432,&quot;_subhead_widthPt&quot;:479.924560546875},{&quot;type&quot;:&quot;section&quot;,&quot;title&quot;:&quot;授業を録音し「記録に残す」&quot;,&quot;sectionNo&quot;:3,&quot;notes&quot;:&quot;第三章では、県域教育アカウントの制限を回避するために行う、Windows標準のサウンドレコーダーを活用した授業録音の手順について解説します。&quot;,&quot;_title_widthPt&quot;:493.93487548828125},{&quot;type&quot;:&quot;process&quot;,&quot;title&quot;:&quot;サウンドレコーダー起動と授業開始の手順&quot;,&quot;subhead&quot;:&quot;音声トラブルを防ぐためにMeetを開始する前の操作を標準化します&quot;,&quot;steps&quot;:[&quot;ピンマイクをSurfaceに接続する&quot;,&quot;サウンドレコーダーを起動し入力マイクを確認する&quot;,&quot;授業開始直前に録音ボタンを押して録音をスタートする&quot;,&quot;Google Meetを開始して生徒を接続し授業を行う&quot;],&quot;notes&quot;:&quot;アカウントの制限でMeetの直接録画ができない場合、Windowsのサウンドレコーダーを使用します。ポイントは、必ずMeetを開始する前にサウンドレコーダーを起動し、録音を始めておくことです。&quot;,&quot;_title_widthPt&quot;:456,&quot;_subhead_widthPt&quot;:484.44744873046875},{&quot;type&quot;:&quot;faq&quot;,&quot;title&quot;:&quot;授業録音時のトラブルシューティングとコツ&quot;,&quot;subhead&quot;:&quot;質の高い授業記録を残すためのチェックポイント&quot;,&quot;items&quot;:[{&quot;q&quot;:&quot;オンライン生徒の声が入らない時は？&quot;,&quot;a&quot;:&quot;教師が「オンラインの生徒から○○という質問がありました」と必ず言葉で復唱して録音に残します&quot;},{&quot;q&quot;:&quot;ハウリングや音の反響を防ぐには？&quot;,&quot;a&quot;:&quot;スピーカーの音量調整やマイクの位置を調整し事前にテスト録音を行って確認します&quot;},{&quot;q&quot;:&quot;音声ファイルをGeminiは認識できる？&quot;,&quot;a&quot;:&quot;Windowsの標準形式で保存すれば問題なくGeminiにアップロードして読み込ませることができます&quot;}],&quot;notes&quot;:&quot;よくある質問として、オンライン生徒の声が録音に入りにくい問題があります。これは教師が質問を口頭で復唱することで解決できます。これによりAIで文字起こしした際にも質問内容がしっかりと記録に残ります。&quot;,&quot;_title_widthPt&quot;:480,&quot;_subhead_widthPt&quot;:351.9447784423828},{&quot;type&quot;:&quot;process&quot;,&quot;title&quot;:&quot;授業終了から音声保存・アップロード&quot;,&quot;subhead&quot;:&quot;授業が終わった後のデータ処理手順&quot;,&quot;steps&quot;:[&quot;Google Meetの配信を終了して退出する&quot;,&quot;サウンドレコーダーの録音停止ボタンを押す&quot;,&quot;ファイル名に日付や科目を入力して分かりやすい場所に保存する&quot;,&quot;保存した音声ファイルをGeminiのチャット画面へ連携する&quot;],&quot;notes&quot;:&quot;授業が終わったら、まずMeetを終了し、次にサウンドレコーダーの録音を停止します。ファイル名には日付や科目名をつけて保存し、次のステップであるGeminiへのアップロードへ進みます。&quot;,&quot;_title_widthPt&quot;:408,&quot;_subhead_widthPt&quot;:255.9598388671875},{&quot;type&quot;:&quot;section&quot;,&quot;title&quot;:&quot;AI（Gemini）で「学びを再構築する」&quot;,&quot;sectionNo&quot;:4,&quot;notes&quot;:&quot;第四章では、録音した音声データをAIツールであるGeminiを活用して、価値ある授業記録へと再構築する具体的な方法を学びます。&quot;,&quot;_title_widthPt&quot;:664.2245178222656},{&quot;type&quot;:&quot;quote&quot;,&quot;title&quot;:&quot;Geminiに投げる「授業整理プロンプト」&quot;,&quot;subhead&quot;:&quot;コピー＆ペーストして使える実用的なプロンプトの例です&quot;,&quot;text&quot;:&quot;以下は高校の授業を録音した音声です。音声を文字起こししたうえで、内容を補いすぎず、次の形式で整理してください。1. 授業のテーマ 2. 本時の目標 3. 授業で説明した内容 4. 重要なポイント 5. 生徒から出た質問と回答 6. 復習すべき内容 7. 次回までの課題。話し言葉の重複や言い直しを整理し、高校生が読みやすい文章にしてください。&quot;,&quot;author&quot;:&quot;授業音声整理用プロンプトテンプレート&quot;,&quot;notes&quot;:&quot;Geminiに音声をアップロードする際、このプロンプトを一緒に流します。授業のテーマや目標、重要なポイント、質問内容などが構造化された、読みやすい文章として出力されるよう指示しています。&quot;,&quot;_title_widthPt&quot;:444.2705383300781,&quot;_subhead_widthPt&quot;:415.9346923828125},{&quot;type&quot;:&quot;bulletCards&quot;,&quot;title&quot;:&quot;生成される「授業記録」の完成イメージ&quot;,&quot;subhead&quot;:&quot;教師が事前に確認・修正してドキュメントを作成します&quot;,&quot;items&quot;:[{&quot;title&quot;:&quot;基本情報の明記&quot;,&quot;desc&quot;:&quot;授業日、科目、担当者、単元名、本時の目標を上部にしっかりと記載する&quot;},{&quot;title&quot;:&quot;構造化された項目&quot;,&quot;desc&quot;:&quot;授業の概要、扱った内容、重要ポイント、生徒からの質問、次回までの課題&quot;},{&quot;title&quot;:&quot;ファイル名の標準化&quot;,&quot;desc&quot;:&quot;「2026年7月17日_国語_現代文_授業記録」のように一目でわかる名称で保存&quot;}],&quot;notes&quot;:&quot;Geminiから出力された結果は、教師が必ず確認・修正します。Googleドキュメントに貼り付け、日付や単元名などの基本情報を整え、標準的なファイル名をつけて保存します。&quot;,&quot;_title_widthPt&quot;:432,&quot;_subhead_widthPt&quot;:399.9372253417969},{&quot;type&quot;:&quot;cycle&quot;,&quot;title&quot;:&quot;授業記録を届ける「共有のサイクル」&quot;,&quot;subhead&quot;:&quot;作成したドキュメントをClassroomを通じて全生徒へ還元します&quot;,&quot;centerText&quot;:&quot;学びの保障&quot;,&quot;items&quot;:[{&quot;label&quot;:&quot;ドキュメント作成&quot;,&quot;subLabel&quot;:&quot;AIを活用して記録を生成&quot;},{&quot;label&quot;:&quot;Classroomへ投稿&quot;,&quot;subLabel&quot;:&quot;全生徒が見られる場所に共有&quot;},{&quot;label&quot;:&quot;出席生徒の復習&quot;,&quot;subLabel&quot;:&quot;確実な理解のための復習資料&quot;},{&quot;label&quot;:&quot;欠席・遠隔生徒の保障&quot;,&quot;subLabel&quot;:&quot;聞き逃しや未受講のカバー&quot;}],&quot;notes&quot;:&quot;作成した授業記録はGoogle Classroomで共有します。これは遠隔生徒だけでなく、出席した生徒の復習や、通信状態が悪くて聞き取れなかった部分の確認など、クラス全員の学びの保障に役立ちます。&quot;,&quot;_title_widthPt&quot;:408,&quot;_subhead_widthPt&quot;:462.8572082519531},{&quot;type&quot;:&quot;section&quot;,&quot;title&quot;:&quot;研修タイムラインと実践の第一歩&quot;,&quot;sectionNo&quot;:5,&quot;notes&quot;:&quot;最後の章として、この50分研修の具体的なスケジュールと、明日からの実践に向けたまとめをお伝えします。&quot;,&quot;_title_widthPt&quot;:569.9247894287109},{&quot;type&quot;:&quot;table&quot;,&quot;title&quot;:&quot;50分研修スケジュール&quot;,&quot;subhead&quot;:&quot;限られた時間で効率よく体験と理解を深めるタイムライン&quot;,&quot;headers&quot;:[&quot;時間&quot;,&quot;研修内容&quot;,&quot;具体的な活動&quot;],&quot;rows&quot;:[[&quot;0～5分&quot;,&quot;学びの保障の趣旨説明&quot;,&quot;本日の研修のゴールと目的の提示&quot;],[&quot;5～13分&quot;,&quot;Google Meetの基本操作&quot;,&quot;参加、マイク・カメラ、画面共有の確認&quot;],[&quot;13～18分&quot;,&quot;機材と配置の紹介&quot;,&quot;実物を見せながらシンプルな配置を説明&quot;],[&quot;18～23分&quot;,&quot;サウンドレコーダー操作&quot;,&quot;起動から録音開始までの手順を実演&quot;],[&quot;23～37分&quot;,&quot;模擬ハイブリッド授業&quot;,&quot;教室とオンラインに分かれて模擬授業体験&quot;],[&quot;37～40分&quot;,&quot;録音停止と音声確認&quot;,&quot;Meet終了後の録音停止とファイル保存&quot;],[&quot;40～47分&quot;,&quot;Geminiで授業記録作成&quot;,&quot;音声アップロードとプロンプト実演&quot;],[&quot;47～50分&quot;,&quot;共有方法の解説とまとめ&quot;,&quot;Classroomでの共有例と全体の振り返り&quot;]],&quot;notes&quot;:&quot;これが50分間の研修スケジュールです。基本操作の解説から始まり、模擬授業の体験、そして実際にGeminiへアップロードしてドキュメント化するまでをコンパクトに詰め込んでいます。&quot;,&quot;_title_widthPt&quot;:244.30284118652344,&quot;_subhead_widthPt&quot;:415.9346923828125},{&quot;type&quot;:&quot;statsCompare&quot;,&quot;title&quot;:&quot;ツールと役割の対応一覧&quot;,&quot;subhead&quot;:&quot;それぞれのツールが「学びの保障」のどの部分を担うかを整理&quot;,&quot;leftTitle&quot;:&quot;活用ツール&quot;,&quot;rightTitle&quot;:&quot;具現化する役割&quot;,&quot;stats&quot;:[{&quot;label&quot;:&quot;Google Meet&quot;,&quot;leftValue&quot;:&quot;遠隔配信&quot;,&quot;rightValue&quot;:&quot;リアルタイムで授業を届ける&quot;},{&quot;label&quot;:&quot;デジタル教材&quot;,&quot;leftValue&quot;:&quot;情報共有&quot;,&quot;rightValue&quot;:&quot;教室と自宅に同じ教材を提示&quot;},{&quot;label&quot;:&quot;レコーダー&quot;,&quot;leftValue&quot;:&quot;音声記録&quot;,&quot;rightValue&quot;:&quot;授業音声をもれなく記録する&quot;},{&quot;label&quot;:&quot;Gemini / AI&quot;,&quot;leftValue&quot;:&quot;情報整理&quot;,&quot;rightValue&quot;:&quot;音声の文字起こしと内容整理&quot;},{&quot;label&quot;:&quot;Classroom&quot;,&quot;leftValue&quot;:&quot;児童配布&quot;,&quot;rightValue&quot;:&quot;完成した授業記録を生徒へ配る&quot;}],&quot;notes&quot;:&quot;各ツールの役割のまとめです。Meetはリアルタイム配信、デジタル教材は同一情報の提示、サウンドレコーダーは記録、Geminiは整理、Classroomは配布を担い、これらが連携して一つのシステムとなります。&quot;,&quot;_title_widthPt&quot;:264,&quot;_subhead_widthPt&quot;:447.92962646484375},{&quot;type&quot;:&quot;closing&quot;,&quot;notes&quot;:&quot;この研修の主役はツールではなく、教室に来られない生徒の学びをどう保障するかという課題そのものです。「つなぐ・残す・届け直す」の3つの言葉を胸に、まずはMeetでつなぐ第一歩から始めてみてください。ご清聴ありがとうございました。&quot;}],&quot;settings&quot;:{&quot;sectionBgUrl&quot;:&quot;&quot;,&quot;templateUrl&quot;:&quot;&quot;,&quot;closingLogoUrl&quot;:&quot;&quot;,&quot;closingBgUrl&quot;:&quot;&quot;,&quot;nativeSectionMode&quot;:true,&quot;marginLeft&quot;:&quot;&quot;,&quot;showPageNumber&quot;:true,&quot;backgroundColor&quot;:&quot;#FFFFFF&quot;,&quot;ghostBottomAlpha&quot;:0.2,&quot;driveFolderUrl&quot;:&quot;https://drive.google.com/drive/u/0/folders/1ihS6iMYOLDAMgQUUEEjJHJczRSQnTf40&quot;,&quot;graphAnimFormat&quot;:&quot;apng&quot;,&quot;mainBgUrl&quot;:&quot;&quot;,&quot;marginBottom&quot;:&quot;&quot;,&quot;nativeThemeName&quot;:&quot;シンプル（明るい）&quot;,&quot;driveFolderId&quot;:&quot;1ihS6iMYOLDAMgQUUEEjJHJczRSQnTf40&quot;,&quot;creditText&quot;:null,&quot;restTextMode&quot;:true,&quot;marginRight&quot;:&quot;&quot;,&quot;gradientStart&quot;:&quot;#4285F4&quot;,&quot;enableGraphAnimation&quot;:true,&quot;useNotebookLmSplit&quot;:true,&quot;showDateColumn&quot;:true,&quot;primaryColor&quot;:&quot;#6d17ee&quot;,&quot;gradientEnd&quot;:&quot;#ff52df&quot;,&quot;nativeDecorMode&quot;:true,&quot;footerText&quot;:&quot;&quot;,&quot;ghostTopAlpha&quot;:0.35,&quot;nativeSingleMaster&quot;:true,&quot;enableGradient&quot;:true,&quot;marginTop&quot;:&quot;&quot;,&quot;animationFormat&quot;:&quot;apng&quot;,&quot;titleBgUrl&quot;:&quot;&quot;,&quot;largeFontColor&quot;:&quot;#333333&quot;,&quot;graphColorTheme&quot;:&quot;primary&quot;,&quot;nativeChartMode&quot;:true,&quot;newVideoLogic&quot;:true,&quot;headerLogoUrl&quot;:&quot;&quot;,&quot;smallFontColor&quot;:&quot;#1F2937&quot;,&quot;showBottomBar&quot;:true,&quot;fontFamily&quot;:&quot;Noto Sans JP&quot;,&quot;showTitleUnderline&quot;:true,&quot;nativeTemplateMode&quot;:false}}]}" id="42" name="Google Shape;42;p10" title="METADATA_STORAGE_BOX"/>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pic>
        <p:nvPicPr>
          <p:cNvPr id="54" name="Google Shape;54;p13" title="Michi with MacBook.png"/>
          <p:cNvPicPr preferRelativeResize="0"/>
          <p:nvPr/>
        </p:nvPicPr>
        <p:blipFill>
          <a:blip r:embed="rId3">
            <a:alphaModFix/>
          </a:blip>
          <a:stretch>
            <a:fillRect/>
          </a:stretch>
        </p:blipFill>
        <p:spPr>
          <a:xfrm>
            <a:off x="6546606" y="2629225"/>
            <a:ext cx="2211699" cy="2211699"/>
          </a:xfrm>
          <a:prstGeom prst="rect">
            <a:avLst/>
          </a:prstGeom>
          <a:noFill/>
          <a:ln>
            <a:noFill/>
          </a:ln>
        </p:spPr>
      </p:pic>
      <p:sp>
        <p:nvSpPr>
          <p:cNvPr id="55" name="Google Shape;55;p13"/>
          <p:cNvSpPr txBox="1"/>
          <p:nvPr/>
        </p:nvSpPr>
        <p:spPr>
          <a:xfrm>
            <a:off x="898700" y="1624300"/>
            <a:ext cx="6275400" cy="111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3200">
                <a:solidFill>
                  <a:srgbClr val="333333"/>
                </a:solidFill>
                <a:latin typeface="Noto Sans JP"/>
                <a:ea typeface="Noto Sans JP"/>
                <a:cs typeface="Noto Sans JP"/>
                <a:sym typeface="Noto Sans JP"/>
              </a:rPr>
              <a:t>Google Meetを活用した</a:t>
            </a:r>
            <a:endParaRPr b="1" sz="3200">
              <a:solidFill>
                <a:srgbClr val="333333"/>
              </a:solidFill>
              <a:latin typeface="Noto Sans JP"/>
              <a:ea typeface="Noto Sans JP"/>
              <a:cs typeface="Noto Sans JP"/>
              <a:sym typeface="Noto Sans JP"/>
            </a:endParaRPr>
          </a:p>
          <a:p>
            <a:pPr indent="0" lvl="0" marL="0" rtl="0" algn="l">
              <a:spcBef>
                <a:spcPts val="0"/>
              </a:spcBef>
              <a:spcAft>
                <a:spcPts val="0"/>
              </a:spcAft>
              <a:buNone/>
            </a:pPr>
            <a:r>
              <a:rPr b="1" lang="ja" sz="4000">
                <a:solidFill>
                  <a:srgbClr val="333333"/>
                </a:solidFill>
                <a:latin typeface="Noto Sans JP"/>
                <a:ea typeface="Noto Sans JP"/>
                <a:cs typeface="Noto Sans JP"/>
                <a:sym typeface="Noto Sans JP"/>
              </a:rPr>
              <a:t>　「学びの保障」研修 </a:t>
            </a:r>
            <a:endParaRPr b="1" sz="4000">
              <a:solidFill>
                <a:srgbClr val="333333"/>
              </a:solidFill>
              <a:latin typeface="Noto Sans JP"/>
              <a:ea typeface="Noto Sans JP"/>
              <a:cs typeface="Noto Sans JP"/>
              <a:sym typeface="Noto Sans JP"/>
            </a:endParaRPr>
          </a:p>
        </p:txBody>
      </p:sp>
      <p:sp>
        <p:nvSpPr>
          <p:cNvPr id="56" name="Google Shape;56;p13"/>
          <p:cNvSpPr txBox="1"/>
          <p:nvPr/>
        </p:nvSpPr>
        <p:spPr>
          <a:xfrm>
            <a:off x="898700" y="632425"/>
            <a:ext cx="40446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rgbClr val="333333"/>
                </a:solidFill>
                <a:latin typeface="Noto Sans JP"/>
                <a:ea typeface="Noto Sans JP"/>
                <a:cs typeface="Noto Sans JP"/>
                <a:sym typeface="Noto Sans JP"/>
              </a:rPr>
              <a:t>2026.07.17　開陽高校定時制課程 ICT研修</a:t>
            </a:r>
            <a:endParaRPr sz="1600">
              <a:solidFill>
                <a:srgbClr val="333333"/>
              </a:solidFill>
              <a:latin typeface="Noto Sans JP"/>
              <a:ea typeface="Noto Sans JP"/>
              <a:cs typeface="Noto Sans JP"/>
              <a:sym typeface="Noto Sans JP"/>
            </a:endParaRPr>
          </a:p>
        </p:txBody>
      </p:sp>
      <p:grpSp>
        <p:nvGrpSpPr>
          <p:cNvPr id="57" name="Google Shape;57;p13"/>
          <p:cNvGrpSpPr/>
          <p:nvPr/>
        </p:nvGrpSpPr>
        <p:grpSpPr>
          <a:xfrm>
            <a:off x="0" y="5086350"/>
            <a:ext cx="9150400" cy="57300"/>
            <a:chOff x="0" y="5086350"/>
            <a:chExt cx="9150400" cy="57300"/>
          </a:xfrm>
        </p:grpSpPr>
        <p:sp>
          <p:nvSpPr>
            <p:cNvPr id="58" name="Google Shape;58;p13"/>
            <p:cNvSpPr/>
            <p:nvPr/>
          </p:nvSpPr>
          <p:spPr>
            <a:xfrm>
              <a:off x="0" y="5086350"/>
              <a:ext cx="318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3"/>
            <p:cNvSpPr/>
            <p:nvPr/>
          </p:nvSpPr>
          <p:spPr>
            <a:xfrm>
              <a:off x="25400" y="5086350"/>
              <a:ext cx="31800" cy="57300"/>
            </a:xfrm>
            <a:prstGeom prst="rect">
              <a:avLst/>
            </a:prstGeom>
            <a:solidFill>
              <a:srgbClr val="43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3"/>
            <p:cNvSpPr/>
            <p:nvPr/>
          </p:nvSpPr>
          <p:spPr>
            <a:xfrm>
              <a:off x="50800" y="5086350"/>
              <a:ext cx="31800" cy="57300"/>
            </a:xfrm>
            <a:prstGeom prst="rect">
              <a:avLst/>
            </a:prstGeom>
            <a:solidFill>
              <a:srgbClr val="43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3"/>
            <p:cNvSpPr/>
            <p:nvPr/>
          </p:nvSpPr>
          <p:spPr>
            <a:xfrm>
              <a:off x="76200" y="5086350"/>
              <a:ext cx="31800" cy="57300"/>
            </a:xfrm>
            <a:prstGeom prst="rect">
              <a:avLst/>
            </a:prstGeom>
            <a:solidFill>
              <a:srgbClr val="44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3"/>
            <p:cNvSpPr/>
            <p:nvPr/>
          </p:nvSpPr>
          <p:spPr>
            <a:xfrm>
              <a:off x="101600" y="5086350"/>
              <a:ext cx="31800" cy="57300"/>
            </a:xfrm>
            <a:prstGeom prst="rect">
              <a:avLst/>
            </a:prstGeom>
            <a:solidFill>
              <a:srgbClr val="44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3"/>
            <p:cNvSpPr/>
            <p:nvPr/>
          </p:nvSpPr>
          <p:spPr>
            <a:xfrm>
              <a:off x="127000" y="5086350"/>
              <a:ext cx="31800" cy="573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3"/>
            <p:cNvSpPr/>
            <p:nvPr/>
          </p:nvSpPr>
          <p:spPr>
            <a:xfrm>
              <a:off x="152400" y="5086350"/>
              <a:ext cx="31800" cy="573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3"/>
            <p:cNvSpPr/>
            <p:nvPr/>
          </p:nvSpPr>
          <p:spPr>
            <a:xfrm>
              <a:off x="177800" y="5086350"/>
              <a:ext cx="31800" cy="57300"/>
            </a:xfrm>
            <a:prstGeom prst="rect">
              <a:avLst/>
            </a:prstGeom>
            <a:solidFill>
              <a:srgbClr val="46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3"/>
            <p:cNvSpPr/>
            <p:nvPr/>
          </p:nvSpPr>
          <p:spPr>
            <a:xfrm>
              <a:off x="203200" y="5086350"/>
              <a:ext cx="31800" cy="57300"/>
            </a:xfrm>
            <a:prstGeom prst="rect">
              <a:avLst/>
            </a:prstGeom>
            <a:solidFill>
              <a:srgbClr val="46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3"/>
            <p:cNvSpPr/>
            <p:nvPr/>
          </p:nvSpPr>
          <p:spPr>
            <a:xfrm>
              <a:off x="228600" y="5086350"/>
              <a:ext cx="31800" cy="57300"/>
            </a:xfrm>
            <a:prstGeom prst="rect">
              <a:avLst/>
            </a:prstGeom>
            <a:solidFill>
              <a:srgbClr val="4784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3"/>
            <p:cNvSpPr/>
            <p:nvPr/>
          </p:nvSpPr>
          <p:spPr>
            <a:xfrm>
              <a:off x="254000" y="5086350"/>
              <a:ext cx="31800" cy="57300"/>
            </a:xfrm>
            <a:prstGeom prst="rect">
              <a:avLst/>
            </a:prstGeom>
            <a:solidFill>
              <a:srgbClr val="4784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3"/>
            <p:cNvSpPr/>
            <p:nvPr/>
          </p:nvSpPr>
          <p:spPr>
            <a:xfrm>
              <a:off x="279400" y="5086350"/>
              <a:ext cx="31800" cy="57300"/>
            </a:xfrm>
            <a:prstGeom prst="rect">
              <a:avLst/>
            </a:prstGeom>
            <a:solidFill>
              <a:srgbClr val="48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3"/>
            <p:cNvSpPr/>
            <p:nvPr/>
          </p:nvSpPr>
          <p:spPr>
            <a:xfrm>
              <a:off x="304800" y="5086350"/>
              <a:ext cx="31800" cy="57300"/>
            </a:xfrm>
            <a:prstGeom prst="rect">
              <a:avLst/>
            </a:prstGeom>
            <a:solidFill>
              <a:srgbClr val="48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3"/>
            <p:cNvSpPr/>
            <p:nvPr/>
          </p:nvSpPr>
          <p:spPr>
            <a:xfrm>
              <a:off x="330200" y="5086350"/>
              <a:ext cx="31800" cy="57300"/>
            </a:xfrm>
            <a:prstGeom prst="rect">
              <a:avLst/>
            </a:prstGeom>
            <a:solidFill>
              <a:srgbClr val="49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3"/>
            <p:cNvSpPr/>
            <p:nvPr/>
          </p:nvSpPr>
          <p:spPr>
            <a:xfrm>
              <a:off x="355600" y="5086350"/>
              <a:ext cx="31800" cy="57300"/>
            </a:xfrm>
            <a:prstGeom prst="rect">
              <a:avLst/>
            </a:prstGeom>
            <a:solidFill>
              <a:srgbClr val="49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 name="Google Shape;73;p13"/>
            <p:cNvSpPr/>
            <p:nvPr/>
          </p:nvSpPr>
          <p:spPr>
            <a:xfrm>
              <a:off x="381000" y="5086350"/>
              <a:ext cx="31800" cy="57300"/>
            </a:xfrm>
            <a:prstGeom prst="rect">
              <a:avLst/>
            </a:prstGeom>
            <a:solidFill>
              <a:srgbClr val="4A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 name="Google Shape;74;p13"/>
            <p:cNvSpPr/>
            <p:nvPr/>
          </p:nvSpPr>
          <p:spPr>
            <a:xfrm>
              <a:off x="406400" y="5086350"/>
              <a:ext cx="31800" cy="57300"/>
            </a:xfrm>
            <a:prstGeom prst="rect">
              <a:avLst/>
            </a:prstGeom>
            <a:solidFill>
              <a:srgbClr val="4A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 name="Google Shape;75;p13"/>
            <p:cNvSpPr/>
            <p:nvPr/>
          </p:nvSpPr>
          <p:spPr>
            <a:xfrm>
              <a:off x="431800" y="5086350"/>
              <a:ext cx="31800" cy="57300"/>
            </a:xfrm>
            <a:prstGeom prst="rect">
              <a:avLst/>
            </a:prstGeom>
            <a:solidFill>
              <a:srgbClr val="4B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3"/>
            <p:cNvSpPr/>
            <p:nvPr/>
          </p:nvSpPr>
          <p:spPr>
            <a:xfrm>
              <a:off x="457200" y="5086350"/>
              <a:ext cx="31800" cy="57300"/>
            </a:xfrm>
            <a:prstGeom prst="rect">
              <a:avLst/>
            </a:prstGeom>
            <a:solidFill>
              <a:srgbClr val="4B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3"/>
            <p:cNvSpPr/>
            <p:nvPr/>
          </p:nvSpPr>
          <p:spPr>
            <a:xfrm>
              <a:off x="482600" y="5086350"/>
              <a:ext cx="31800" cy="57300"/>
            </a:xfrm>
            <a:prstGeom prst="rect">
              <a:avLst/>
            </a:prstGeom>
            <a:solidFill>
              <a:srgbClr val="4C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3"/>
            <p:cNvSpPr/>
            <p:nvPr/>
          </p:nvSpPr>
          <p:spPr>
            <a:xfrm>
              <a:off x="508000" y="5086350"/>
              <a:ext cx="31800" cy="57300"/>
            </a:xfrm>
            <a:prstGeom prst="rect">
              <a:avLst/>
            </a:prstGeom>
            <a:solidFill>
              <a:srgbClr val="4D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3"/>
            <p:cNvSpPr/>
            <p:nvPr/>
          </p:nvSpPr>
          <p:spPr>
            <a:xfrm>
              <a:off x="533400" y="5086350"/>
              <a:ext cx="31800" cy="57300"/>
            </a:xfrm>
            <a:prstGeom prst="rect">
              <a:avLst/>
            </a:prstGeom>
            <a:solidFill>
              <a:srgbClr val="4D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3"/>
            <p:cNvSpPr/>
            <p:nvPr/>
          </p:nvSpPr>
          <p:spPr>
            <a:xfrm>
              <a:off x="558800" y="5086350"/>
              <a:ext cx="31800" cy="57300"/>
            </a:xfrm>
            <a:prstGeom prst="rect">
              <a:avLst/>
            </a:prstGeom>
            <a:solidFill>
              <a:srgbClr val="4E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3"/>
            <p:cNvSpPr/>
            <p:nvPr/>
          </p:nvSpPr>
          <p:spPr>
            <a:xfrm>
              <a:off x="584200" y="5086350"/>
              <a:ext cx="31800" cy="57300"/>
            </a:xfrm>
            <a:prstGeom prst="rect">
              <a:avLst/>
            </a:prstGeom>
            <a:solidFill>
              <a:srgbClr val="4E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3"/>
            <p:cNvSpPr/>
            <p:nvPr/>
          </p:nvSpPr>
          <p:spPr>
            <a:xfrm>
              <a:off x="609600" y="5086350"/>
              <a:ext cx="31800" cy="57300"/>
            </a:xfrm>
            <a:prstGeom prst="rect">
              <a:avLst/>
            </a:prstGeom>
            <a:solidFill>
              <a:srgbClr val="4F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3"/>
            <p:cNvSpPr/>
            <p:nvPr/>
          </p:nvSpPr>
          <p:spPr>
            <a:xfrm>
              <a:off x="635000" y="5086350"/>
              <a:ext cx="31800" cy="57300"/>
            </a:xfrm>
            <a:prstGeom prst="rect">
              <a:avLst/>
            </a:prstGeom>
            <a:solidFill>
              <a:srgbClr val="4F81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3"/>
            <p:cNvSpPr/>
            <p:nvPr/>
          </p:nvSpPr>
          <p:spPr>
            <a:xfrm>
              <a:off x="660400" y="5086350"/>
              <a:ext cx="31800" cy="57300"/>
            </a:xfrm>
            <a:prstGeom prst="rect">
              <a:avLst/>
            </a:prstGeom>
            <a:solidFill>
              <a:srgbClr val="50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3"/>
            <p:cNvSpPr/>
            <p:nvPr/>
          </p:nvSpPr>
          <p:spPr>
            <a:xfrm>
              <a:off x="685800" y="5086350"/>
              <a:ext cx="31800" cy="57300"/>
            </a:xfrm>
            <a:prstGeom prst="rect">
              <a:avLst/>
            </a:prstGeom>
            <a:solidFill>
              <a:srgbClr val="50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3"/>
            <p:cNvSpPr/>
            <p:nvPr/>
          </p:nvSpPr>
          <p:spPr>
            <a:xfrm>
              <a:off x="711200" y="5086350"/>
              <a:ext cx="31800" cy="57300"/>
            </a:xfrm>
            <a:prstGeom prst="rect">
              <a:avLst/>
            </a:prstGeom>
            <a:solidFill>
              <a:srgbClr val="51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3"/>
            <p:cNvSpPr/>
            <p:nvPr/>
          </p:nvSpPr>
          <p:spPr>
            <a:xfrm>
              <a:off x="736600" y="5086350"/>
              <a:ext cx="31800" cy="57300"/>
            </a:xfrm>
            <a:prstGeom prst="rect">
              <a:avLst/>
            </a:prstGeom>
            <a:solidFill>
              <a:srgbClr val="51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3"/>
            <p:cNvSpPr/>
            <p:nvPr/>
          </p:nvSpPr>
          <p:spPr>
            <a:xfrm>
              <a:off x="762000" y="5086350"/>
              <a:ext cx="31800" cy="573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3"/>
            <p:cNvSpPr/>
            <p:nvPr/>
          </p:nvSpPr>
          <p:spPr>
            <a:xfrm>
              <a:off x="787400" y="5086350"/>
              <a:ext cx="31800" cy="573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3"/>
            <p:cNvSpPr/>
            <p:nvPr/>
          </p:nvSpPr>
          <p:spPr>
            <a:xfrm>
              <a:off x="812800" y="5086350"/>
              <a:ext cx="31800" cy="57300"/>
            </a:xfrm>
            <a:prstGeom prst="rect">
              <a:avLst/>
            </a:prstGeom>
            <a:solidFill>
              <a:srgbClr val="53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3"/>
            <p:cNvSpPr/>
            <p:nvPr/>
          </p:nvSpPr>
          <p:spPr>
            <a:xfrm>
              <a:off x="838200" y="5086350"/>
              <a:ext cx="31800" cy="57300"/>
            </a:xfrm>
            <a:prstGeom prst="rect">
              <a:avLst/>
            </a:prstGeom>
            <a:solidFill>
              <a:srgbClr val="53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3"/>
            <p:cNvSpPr/>
            <p:nvPr/>
          </p:nvSpPr>
          <p:spPr>
            <a:xfrm>
              <a:off x="863600" y="5086350"/>
              <a:ext cx="31800" cy="57300"/>
            </a:xfrm>
            <a:prstGeom prst="rect">
              <a:avLst/>
            </a:prstGeom>
            <a:solidFill>
              <a:srgbClr val="54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3"/>
            <p:cNvSpPr/>
            <p:nvPr/>
          </p:nvSpPr>
          <p:spPr>
            <a:xfrm>
              <a:off x="889000" y="5086350"/>
              <a:ext cx="31800" cy="57300"/>
            </a:xfrm>
            <a:prstGeom prst="rect">
              <a:avLst/>
            </a:prstGeom>
            <a:solidFill>
              <a:srgbClr val="54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3"/>
            <p:cNvSpPr/>
            <p:nvPr/>
          </p:nvSpPr>
          <p:spPr>
            <a:xfrm>
              <a:off x="914400" y="5086350"/>
              <a:ext cx="31800" cy="573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3"/>
            <p:cNvSpPr/>
            <p:nvPr/>
          </p:nvSpPr>
          <p:spPr>
            <a:xfrm>
              <a:off x="939800" y="5086350"/>
              <a:ext cx="31800" cy="573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3"/>
            <p:cNvSpPr/>
            <p:nvPr/>
          </p:nvSpPr>
          <p:spPr>
            <a:xfrm>
              <a:off x="965200" y="5086350"/>
              <a:ext cx="31800" cy="57300"/>
            </a:xfrm>
            <a:prstGeom prst="rect">
              <a:avLst/>
            </a:prstGeom>
            <a:solidFill>
              <a:srgbClr val="56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3"/>
            <p:cNvSpPr/>
            <p:nvPr/>
          </p:nvSpPr>
          <p:spPr>
            <a:xfrm>
              <a:off x="990600" y="5086350"/>
              <a:ext cx="31800" cy="57300"/>
            </a:xfrm>
            <a:prstGeom prst="rect">
              <a:avLst/>
            </a:prstGeom>
            <a:solidFill>
              <a:srgbClr val="57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3"/>
            <p:cNvSpPr/>
            <p:nvPr/>
          </p:nvSpPr>
          <p:spPr>
            <a:xfrm>
              <a:off x="1016000" y="5086350"/>
              <a:ext cx="31800" cy="57300"/>
            </a:xfrm>
            <a:prstGeom prst="rect">
              <a:avLst/>
            </a:prstGeom>
            <a:solidFill>
              <a:srgbClr val="57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3"/>
            <p:cNvSpPr/>
            <p:nvPr/>
          </p:nvSpPr>
          <p:spPr>
            <a:xfrm>
              <a:off x="1041400" y="5086350"/>
              <a:ext cx="31800" cy="573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3"/>
            <p:cNvSpPr/>
            <p:nvPr/>
          </p:nvSpPr>
          <p:spPr>
            <a:xfrm>
              <a:off x="1066800" y="5086350"/>
              <a:ext cx="31800" cy="573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3"/>
            <p:cNvSpPr/>
            <p:nvPr/>
          </p:nvSpPr>
          <p:spPr>
            <a:xfrm>
              <a:off x="1092200" y="5086350"/>
              <a:ext cx="31800" cy="57300"/>
            </a:xfrm>
            <a:prstGeom prst="rect">
              <a:avLst/>
            </a:prstGeom>
            <a:solidFill>
              <a:srgbClr val="597F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3"/>
            <p:cNvSpPr/>
            <p:nvPr/>
          </p:nvSpPr>
          <p:spPr>
            <a:xfrm>
              <a:off x="1117600" y="5086350"/>
              <a:ext cx="31800" cy="57300"/>
            </a:xfrm>
            <a:prstGeom prst="rect">
              <a:avLst/>
            </a:prstGeom>
            <a:solidFill>
              <a:srgbClr val="597F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3"/>
            <p:cNvSpPr/>
            <p:nvPr/>
          </p:nvSpPr>
          <p:spPr>
            <a:xfrm>
              <a:off x="1143000" y="5086350"/>
              <a:ext cx="31800" cy="57300"/>
            </a:xfrm>
            <a:prstGeom prst="rect">
              <a:avLst/>
            </a:prstGeom>
            <a:solidFill>
              <a:srgbClr val="5A7F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3"/>
            <p:cNvSpPr/>
            <p:nvPr/>
          </p:nvSpPr>
          <p:spPr>
            <a:xfrm>
              <a:off x="1168400" y="5086350"/>
              <a:ext cx="31800" cy="57300"/>
            </a:xfrm>
            <a:prstGeom prst="rect">
              <a:avLst/>
            </a:prstGeom>
            <a:solidFill>
              <a:srgbClr val="5A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3"/>
            <p:cNvSpPr/>
            <p:nvPr/>
          </p:nvSpPr>
          <p:spPr>
            <a:xfrm>
              <a:off x="1193800" y="5086350"/>
              <a:ext cx="31800" cy="57300"/>
            </a:xfrm>
            <a:prstGeom prst="rect">
              <a:avLst/>
            </a:prstGeom>
            <a:solidFill>
              <a:srgbClr val="5B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3"/>
            <p:cNvSpPr/>
            <p:nvPr/>
          </p:nvSpPr>
          <p:spPr>
            <a:xfrm>
              <a:off x="1219200" y="5086350"/>
              <a:ext cx="31800" cy="57300"/>
            </a:xfrm>
            <a:prstGeom prst="rect">
              <a:avLst/>
            </a:prstGeom>
            <a:solidFill>
              <a:srgbClr val="5B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3"/>
            <p:cNvSpPr/>
            <p:nvPr/>
          </p:nvSpPr>
          <p:spPr>
            <a:xfrm>
              <a:off x="1244600" y="5086350"/>
              <a:ext cx="31800" cy="573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3"/>
            <p:cNvSpPr/>
            <p:nvPr/>
          </p:nvSpPr>
          <p:spPr>
            <a:xfrm>
              <a:off x="1270000" y="5086350"/>
              <a:ext cx="31800" cy="573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3"/>
            <p:cNvSpPr/>
            <p:nvPr/>
          </p:nvSpPr>
          <p:spPr>
            <a:xfrm>
              <a:off x="1295400" y="5086350"/>
              <a:ext cx="31800" cy="57300"/>
            </a:xfrm>
            <a:prstGeom prst="rect">
              <a:avLst/>
            </a:prstGeom>
            <a:solidFill>
              <a:srgbClr val="5D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3"/>
            <p:cNvSpPr/>
            <p:nvPr/>
          </p:nvSpPr>
          <p:spPr>
            <a:xfrm>
              <a:off x="1320800" y="5086350"/>
              <a:ext cx="31800" cy="57300"/>
            </a:xfrm>
            <a:prstGeom prst="rect">
              <a:avLst/>
            </a:prstGeom>
            <a:solidFill>
              <a:srgbClr val="5D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3"/>
            <p:cNvSpPr/>
            <p:nvPr/>
          </p:nvSpPr>
          <p:spPr>
            <a:xfrm>
              <a:off x="1346200" y="5086350"/>
              <a:ext cx="31800" cy="57300"/>
            </a:xfrm>
            <a:prstGeom prst="rect">
              <a:avLst/>
            </a:prstGeom>
            <a:solidFill>
              <a:srgbClr val="5E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3"/>
            <p:cNvSpPr/>
            <p:nvPr/>
          </p:nvSpPr>
          <p:spPr>
            <a:xfrm>
              <a:off x="1371600" y="5086350"/>
              <a:ext cx="31800" cy="57300"/>
            </a:xfrm>
            <a:prstGeom prst="rect">
              <a:avLst/>
            </a:prstGeom>
            <a:solidFill>
              <a:srgbClr val="5E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3"/>
            <p:cNvSpPr/>
            <p:nvPr/>
          </p:nvSpPr>
          <p:spPr>
            <a:xfrm>
              <a:off x="1397000" y="5086350"/>
              <a:ext cx="31800" cy="573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3"/>
            <p:cNvSpPr/>
            <p:nvPr/>
          </p:nvSpPr>
          <p:spPr>
            <a:xfrm>
              <a:off x="1422400" y="5086350"/>
              <a:ext cx="31800" cy="573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3"/>
            <p:cNvSpPr/>
            <p:nvPr/>
          </p:nvSpPr>
          <p:spPr>
            <a:xfrm>
              <a:off x="1447800" y="5086350"/>
              <a:ext cx="31800" cy="57300"/>
            </a:xfrm>
            <a:prstGeom prst="rect">
              <a:avLst/>
            </a:prstGeom>
            <a:solidFill>
              <a:srgbClr val="60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3"/>
            <p:cNvSpPr/>
            <p:nvPr/>
          </p:nvSpPr>
          <p:spPr>
            <a:xfrm>
              <a:off x="1473200" y="5086350"/>
              <a:ext cx="31800" cy="57300"/>
            </a:xfrm>
            <a:prstGeom prst="rect">
              <a:avLst/>
            </a:prstGeom>
            <a:solidFill>
              <a:srgbClr val="61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3"/>
            <p:cNvSpPr/>
            <p:nvPr/>
          </p:nvSpPr>
          <p:spPr>
            <a:xfrm>
              <a:off x="1498600" y="5086350"/>
              <a:ext cx="31800" cy="57300"/>
            </a:xfrm>
            <a:prstGeom prst="rect">
              <a:avLst/>
            </a:prstGeom>
            <a:solidFill>
              <a:srgbClr val="61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3"/>
            <p:cNvSpPr/>
            <p:nvPr/>
          </p:nvSpPr>
          <p:spPr>
            <a:xfrm>
              <a:off x="1524000" y="5086350"/>
              <a:ext cx="31800" cy="573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3"/>
            <p:cNvSpPr/>
            <p:nvPr/>
          </p:nvSpPr>
          <p:spPr>
            <a:xfrm>
              <a:off x="1549400" y="5086350"/>
              <a:ext cx="31800" cy="573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3"/>
            <p:cNvSpPr/>
            <p:nvPr/>
          </p:nvSpPr>
          <p:spPr>
            <a:xfrm>
              <a:off x="1574800" y="5086350"/>
              <a:ext cx="31800" cy="57300"/>
            </a:xfrm>
            <a:prstGeom prst="rect">
              <a:avLst/>
            </a:prstGeom>
            <a:solidFill>
              <a:srgbClr val="63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3"/>
            <p:cNvSpPr/>
            <p:nvPr/>
          </p:nvSpPr>
          <p:spPr>
            <a:xfrm>
              <a:off x="1600200" y="5086350"/>
              <a:ext cx="31800" cy="57300"/>
            </a:xfrm>
            <a:prstGeom prst="rect">
              <a:avLst/>
            </a:prstGeom>
            <a:solidFill>
              <a:srgbClr val="63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3"/>
            <p:cNvSpPr/>
            <p:nvPr/>
          </p:nvSpPr>
          <p:spPr>
            <a:xfrm>
              <a:off x="1625600" y="5086350"/>
              <a:ext cx="31800" cy="57300"/>
            </a:xfrm>
            <a:prstGeom prst="rect">
              <a:avLst/>
            </a:prstGeom>
            <a:solidFill>
              <a:srgbClr val="64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3"/>
            <p:cNvSpPr/>
            <p:nvPr/>
          </p:nvSpPr>
          <p:spPr>
            <a:xfrm>
              <a:off x="1651000" y="5086350"/>
              <a:ext cx="31800" cy="57300"/>
            </a:xfrm>
            <a:prstGeom prst="rect">
              <a:avLst/>
            </a:prstGeom>
            <a:solidFill>
              <a:srgbClr val="64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3"/>
            <p:cNvSpPr/>
            <p:nvPr/>
          </p:nvSpPr>
          <p:spPr>
            <a:xfrm>
              <a:off x="1676400" y="5086350"/>
              <a:ext cx="31800" cy="57300"/>
            </a:xfrm>
            <a:prstGeom prst="rect">
              <a:avLst/>
            </a:prstGeom>
            <a:solidFill>
              <a:srgbClr val="65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13"/>
            <p:cNvSpPr/>
            <p:nvPr/>
          </p:nvSpPr>
          <p:spPr>
            <a:xfrm>
              <a:off x="1701800" y="5086350"/>
              <a:ext cx="31800" cy="57300"/>
            </a:xfrm>
            <a:prstGeom prst="rect">
              <a:avLst/>
            </a:prstGeom>
            <a:solidFill>
              <a:srgbClr val="65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13"/>
            <p:cNvSpPr/>
            <p:nvPr/>
          </p:nvSpPr>
          <p:spPr>
            <a:xfrm>
              <a:off x="1727200" y="5086350"/>
              <a:ext cx="31800" cy="57300"/>
            </a:xfrm>
            <a:prstGeom prst="rect">
              <a:avLst/>
            </a:prstGeom>
            <a:solidFill>
              <a:srgbClr val="66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13"/>
            <p:cNvSpPr/>
            <p:nvPr/>
          </p:nvSpPr>
          <p:spPr>
            <a:xfrm>
              <a:off x="1752600" y="5086350"/>
              <a:ext cx="31800" cy="57300"/>
            </a:xfrm>
            <a:prstGeom prst="rect">
              <a:avLst/>
            </a:prstGeom>
            <a:solidFill>
              <a:srgbClr val="66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3"/>
            <p:cNvSpPr/>
            <p:nvPr/>
          </p:nvSpPr>
          <p:spPr>
            <a:xfrm>
              <a:off x="1778000" y="5086350"/>
              <a:ext cx="31800" cy="57300"/>
            </a:xfrm>
            <a:prstGeom prst="rect">
              <a:avLst/>
            </a:prstGeom>
            <a:solidFill>
              <a:srgbClr val="67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3"/>
            <p:cNvSpPr/>
            <p:nvPr/>
          </p:nvSpPr>
          <p:spPr>
            <a:xfrm>
              <a:off x="1803400" y="5086350"/>
              <a:ext cx="31800" cy="57300"/>
            </a:xfrm>
            <a:prstGeom prst="rect">
              <a:avLst/>
            </a:prstGeom>
            <a:solidFill>
              <a:srgbClr val="67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3"/>
            <p:cNvSpPr/>
            <p:nvPr/>
          </p:nvSpPr>
          <p:spPr>
            <a:xfrm>
              <a:off x="1828800" y="5086350"/>
              <a:ext cx="31800" cy="573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13"/>
            <p:cNvSpPr/>
            <p:nvPr/>
          </p:nvSpPr>
          <p:spPr>
            <a:xfrm>
              <a:off x="1854200" y="5086350"/>
              <a:ext cx="31800" cy="573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3"/>
            <p:cNvSpPr/>
            <p:nvPr/>
          </p:nvSpPr>
          <p:spPr>
            <a:xfrm>
              <a:off x="1879600" y="5086350"/>
              <a:ext cx="31800" cy="57300"/>
            </a:xfrm>
            <a:prstGeom prst="rect">
              <a:avLst/>
            </a:prstGeom>
            <a:solidFill>
              <a:srgbClr val="697A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3"/>
            <p:cNvSpPr/>
            <p:nvPr/>
          </p:nvSpPr>
          <p:spPr>
            <a:xfrm>
              <a:off x="1905000" y="5086350"/>
              <a:ext cx="31800" cy="57300"/>
            </a:xfrm>
            <a:prstGeom prst="rect">
              <a:avLst/>
            </a:prstGeom>
            <a:solidFill>
              <a:srgbClr val="697A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3"/>
            <p:cNvSpPr/>
            <p:nvPr/>
          </p:nvSpPr>
          <p:spPr>
            <a:xfrm>
              <a:off x="1930400" y="5086350"/>
              <a:ext cx="31800" cy="57300"/>
            </a:xfrm>
            <a:prstGeom prst="rect">
              <a:avLst/>
            </a:prstGeom>
            <a:solidFill>
              <a:srgbClr val="6A7A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3"/>
            <p:cNvSpPr/>
            <p:nvPr/>
          </p:nvSpPr>
          <p:spPr>
            <a:xfrm>
              <a:off x="1955800" y="5086350"/>
              <a:ext cx="31800" cy="57300"/>
            </a:xfrm>
            <a:prstGeom prst="rect">
              <a:avLst/>
            </a:prstGeom>
            <a:solidFill>
              <a:srgbClr val="6B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3"/>
            <p:cNvSpPr/>
            <p:nvPr/>
          </p:nvSpPr>
          <p:spPr>
            <a:xfrm>
              <a:off x="1981200" y="5086350"/>
              <a:ext cx="31800" cy="57300"/>
            </a:xfrm>
            <a:prstGeom prst="rect">
              <a:avLst/>
            </a:prstGeom>
            <a:solidFill>
              <a:srgbClr val="6B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3"/>
            <p:cNvSpPr/>
            <p:nvPr/>
          </p:nvSpPr>
          <p:spPr>
            <a:xfrm>
              <a:off x="2006600" y="5086350"/>
              <a:ext cx="31800" cy="573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3"/>
            <p:cNvSpPr/>
            <p:nvPr/>
          </p:nvSpPr>
          <p:spPr>
            <a:xfrm>
              <a:off x="2032000" y="5086350"/>
              <a:ext cx="31800" cy="573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13"/>
            <p:cNvSpPr/>
            <p:nvPr/>
          </p:nvSpPr>
          <p:spPr>
            <a:xfrm>
              <a:off x="2057400" y="5086350"/>
              <a:ext cx="31800" cy="57300"/>
            </a:xfrm>
            <a:prstGeom prst="rect">
              <a:avLst/>
            </a:prstGeom>
            <a:solidFill>
              <a:srgbClr val="6D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13"/>
            <p:cNvSpPr/>
            <p:nvPr/>
          </p:nvSpPr>
          <p:spPr>
            <a:xfrm>
              <a:off x="2082800" y="5086350"/>
              <a:ext cx="31800" cy="57300"/>
            </a:xfrm>
            <a:prstGeom prst="rect">
              <a:avLst/>
            </a:prstGeom>
            <a:solidFill>
              <a:srgbClr val="6D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13"/>
            <p:cNvSpPr/>
            <p:nvPr/>
          </p:nvSpPr>
          <p:spPr>
            <a:xfrm>
              <a:off x="2108200" y="5086350"/>
              <a:ext cx="31800" cy="57300"/>
            </a:xfrm>
            <a:prstGeom prst="rect">
              <a:avLst/>
            </a:prstGeom>
            <a:solidFill>
              <a:srgbClr val="6E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3"/>
            <p:cNvSpPr/>
            <p:nvPr/>
          </p:nvSpPr>
          <p:spPr>
            <a:xfrm>
              <a:off x="2133600" y="5086350"/>
              <a:ext cx="31800" cy="57300"/>
            </a:xfrm>
            <a:prstGeom prst="rect">
              <a:avLst/>
            </a:prstGeom>
            <a:solidFill>
              <a:srgbClr val="6E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3"/>
            <p:cNvSpPr/>
            <p:nvPr/>
          </p:nvSpPr>
          <p:spPr>
            <a:xfrm>
              <a:off x="2159000" y="5086350"/>
              <a:ext cx="31800" cy="573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3"/>
            <p:cNvSpPr/>
            <p:nvPr/>
          </p:nvSpPr>
          <p:spPr>
            <a:xfrm>
              <a:off x="2184400" y="5086350"/>
              <a:ext cx="31800" cy="573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3"/>
            <p:cNvSpPr/>
            <p:nvPr/>
          </p:nvSpPr>
          <p:spPr>
            <a:xfrm>
              <a:off x="2209800" y="5086350"/>
              <a:ext cx="31800" cy="57300"/>
            </a:xfrm>
            <a:prstGeom prst="rect">
              <a:avLst/>
            </a:prstGeom>
            <a:solidFill>
              <a:srgbClr val="70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3"/>
            <p:cNvSpPr/>
            <p:nvPr/>
          </p:nvSpPr>
          <p:spPr>
            <a:xfrm>
              <a:off x="2235200" y="5086350"/>
              <a:ext cx="31800" cy="57300"/>
            </a:xfrm>
            <a:prstGeom prst="rect">
              <a:avLst/>
            </a:prstGeom>
            <a:solidFill>
              <a:srgbClr val="70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13"/>
            <p:cNvSpPr/>
            <p:nvPr/>
          </p:nvSpPr>
          <p:spPr>
            <a:xfrm>
              <a:off x="2260600" y="5086350"/>
              <a:ext cx="31800" cy="57300"/>
            </a:xfrm>
            <a:prstGeom prst="rect">
              <a:avLst/>
            </a:prstGeom>
            <a:solidFill>
              <a:srgbClr val="71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13"/>
            <p:cNvSpPr/>
            <p:nvPr/>
          </p:nvSpPr>
          <p:spPr>
            <a:xfrm>
              <a:off x="2286000" y="5086350"/>
              <a:ext cx="31800" cy="57300"/>
            </a:xfrm>
            <a:prstGeom prst="rect">
              <a:avLst/>
            </a:prstGeom>
            <a:solidFill>
              <a:srgbClr val="71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13"/>
            <p:cNvSpPr/>
            <p:nvPr/>
          </p:nvSpPr>
          <p:spPr>
            <a:xfrm>
              <a:off x="2311400" y="5086350"/>
              <a:ext cx="31800" cy="573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13"/>
            <p:cNvSpPr/>
            <p:nvPr/>
          </p:nvSpPr>
          <p:spPr>
            <a:xfrm>
              <a:off x="2336800" y="5086350"/>
              <a:ext cx="31800" cy="573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3"/>
            <p:cNvSpPr/>
            <p:nvPr/>
          </p:nvSpPr>
          <p:spPr>
            <a:xfrm>
              <a:off x="2362200" y="5086350"/>
              <a:ext cx="31800" cy="57300"/>
            </a:xfrm>
            <a:prstGeom prst="rect">
              <a:avLst/>
            </a:prstGeom>
            <a:solidFill>
              <a:srgbClr val="73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3"/>
            <p:cNvSpPr/>
            <p:nvPr/>
          </p:nvSpPr>
          <p:spPr>
            <a:xfrm>
              <a:off x="2387600" y="5086350"/>
              <a:ext cx="31800" cy="57300"/>
            </a:xfrm>
            <a:prstGeom prst="rect">
              <a:avLst/>
            </a:prstGeom>
            <a:solidFill>
              <a:srgbClr val="73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13"/>
            <p:cNvSpPr/>
            <p:nvPr/>
          </p:nvSpPr>
          <p:spPr>
            <a:xfrm>
              <a:off x="2413000" y="5086350"/>
              <a:ext cx="31800" cy="57300"/>
            </a:xfrm>
            <a:prstGeom prst="rect">
              <a:avLst/>
            </a:prstGeom>
            <a:solidFill>
              <a:srgbClr val="7478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3"/>
            <p:cNvSpPr/>
            <p:nvPr/>
          </p:nvSpPr>
          <p:spPr>
            <a:xfrm>
              <a:off x="2438400" y="5086350"/>
              <a:ext cx="31800" cy="57300"/>
            </a:xfrm>
            <a:prstGeom prst="rect">
              <a:avLst/>
            </a:prstGeom>
            <a:solidFill>
              <a:srgbClr val="75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3"/>
            <p:cNvSpPr/>
            <p:nvPr/>
          </p:nvSpPr>
          <p:spPr>
            <a:xfrm>
              <a:off x="2463800" y="5086350"/>
              <a:ext cx="31800" cy="57300"/>
            </a:xfrm>
            <a:prstGeom prst="rect">
              <a:avLst/>
            </a:prstGeom>
            <a:solidFill>
              <a:srgbClr val="75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13"/>
            <p:cNvSpPr/>
            <p:nvPr/>
          </p:nvSpPr>
          <p:spPr>
            <a:xfrm>
              <a:off x="2489200" y="5086350"/>
              <a:ext cx="31800" cy="57300"/>
            </a:xfrm>
            <a:prstGeom prst="rect">
              <a:avLst/>
            </a:prstGeom>
            <a:solidFill>
              <a:srgbClr val="76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13"/>
            <p:cNvSpPr/>
            <p:nvPr/>
          </p:nvSpPr>
          <p:spPr>
            <a:xfrm>
              <a:off x="2514600" y="5086350"/>
              <a:ext cx="31800" cy="57300"/>
            </a:xfrm>
            <a:prstGeom prst="rect">
              <a:avLst/>
            </a:prstGeom>
            <a:solidFill>
              <a:srgbClr val="76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3"/>
            <p:cNvSpPr/>
            <p:nvPr/>
          </p:nvSpPr>
          <p:spPr>
            <a:xfrm>
              <a:off x="2540000" y="5086350"/>
              <a:ext cx="31800" cy="57300"/>
            </a:xfrm>
            <a:prstGeom prst="rect">
              <a:avLst/>
            </a:prstGeom>
            <a:solidFill>
              <a:srgbClr val="77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13"/>
            <p:cNvSpPr/>
            <p:nvPr/>
          </p:nvSpPr>
          <p:spPr>
            <a:xfrm>
              <a:off x="2565400" y="5086350"/>
              <a:ext cx="31800" cy="57300"/>
            </a:xfrm>
            <a:prstGeom prst="rect">
              <a:avLst/>
            </a:prstGeom>
            <a:solidFill>
              <a:srgbClr val="77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13"/>
            <p:cNvSpPr/>
            <p:nvPr/>
          </p:nvSpPr>
          <p:spPr>
            <a:xfrm>
              <a:off x="2590800" y="5086350"/>
              <a:ext cx="31800" cy="57300"/>
            </a:xfrm>
            <a:prstGeom prst="rect">
              <a:avLst/>
            </a:prstGeom>
            <a:solidFill>
              <a:srgbClr val="78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13"/>
            <p:cNvSpPr/>
            <p:nvPr/>
          </p:nvSpPr>
          <p:spPr>
            <a:xfrm>
              <a:off x="2616200" y="5086350"/>
              <a:ext cx="31800" cy="573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13"/>
            <p:cNvSpPr/>
            <p:nvPr/>
          </p:nvSpPr>
          <p:spPr>
            <a:xfrm>
              <a:off x="2641600" y="5086350"/>
              <a:ext cx="31800" cy="57300"/>
            </a:xfrm>
            <a:prstGeom prst="rect">
              <a:avLst/>
            </a:prstGeom>
            <a:solidFill>
              <a:srgbClr val="79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13"/>
            <p:cNvSpPr/>
            <p:nvPr/>
          </p:nvSpPr>
          <p:spPr>
            <a:xfrm>
              <a:off x="2667000" y="5086350"/>
              <a:ext cx="31800" cy="57300"/>
            </a:xfrm>
            <a:prstGeom prst="rect">
              <a:avLst/>
            </a:prstGeom>
            <a:solidFill>
              <a:srgbClr val="79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13"/>
            <p:cNvSpPr/>
            <p:nvPr/>
          </p:nvSpPr>
          <p:spPr>
            <a:xfrm>
              <a:off x="2692400" y="5086350"/>
              <a:ext cx="31800" cy="57300"/>
            </a:xfrm>
            <a:prstGeom prst="rect">
              <a:avLst/>
            </a:prstGeom>
            <a:solidFill>
              <a:srgbClr val="7A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13"/>
            <p:cNvSpPr/>
            <p:nvPr/>
          </p:nvSpPr>
          <p:spPr>
            <a:xfrm>
              <a:off x="2717800" y="5086350"/>
              <a:ext cx="31800" cy="57300"/>
            </a:xfrm>
            <a:prstGeom prst="rect">
              <a:avLst/>
            </a:prstGeom>
            <a:solidFill>
              <a:srgbClr val="7A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13"/>
            <p:cNvSpPr/>
            <p:nvPr/>
          </p:nvSpPr>
          <p:spPr>
            <a:xfrm>
              <a:off x="2743200" y="5086350"/>
              <a:ext cx="31800" cy="57300"/>
            </a:xfrm>
            <a:prstGeom prst="rect">
              <a:avLst/>
            </a:prstGeom>
            <a:solidFill>
              <a:srgbClr val="7B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13"/>
            <p:cNvSpPr/>
            <p:nvPr/>
          </p:nvSpPr>
          <p:spPr>
            <a:xfrm>
              <a:off x="2768600" y="5086350"/>
              <a:ext cx="31800" cy="57300"/>
            </a:xfrm>
            <a:prstGeom prst="rect">
              <a:avLst/>
            </a:prstGeom>
            <a:solidFill>
              <a:srgbClr val="7B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13"/>
            <p:cNvSpPr/>
            <p:nvPr/>
          </p:nvSpPr>
          <p:spPr>
            <a:xfrm>
              <a:off x="2794000" y="5086350"/>
              <a:ext cx="31800" cy="573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13"/>
            <p:cNvSpPr/>
            <p:nvPr/>
          </p:nvSpPr>
          <p:spPr>
            <a:xfrm>
              <a:off x="2819400" y="5086350"/>
              <a:ext cx="31800" cy="573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13"/>
            <p:cNvSpPr/>
            <p:nvPr/>
          </p:nvSpPr>
          <p:spPr>
            <a:xfrm>
              <a:off x="2844800" y="5086350"/>
              <a:ext cx="31800" cy="57300"/>
            </a:xfrm>
            <a:prstGeom prst="rect">
              <a:avLst/>
            </a:prstGeom>
            <a:solidFill>
              <a:srgbClr val="7D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13"/>
            <p:cNvSpPr/>
            <p:nvPr/>
          </p:nvSpPr>
          <p:spPr>
            <a:xfrm>
              <a:off x="2870200" y="5086350"/>
              <a:ext cx="31800" cy="57300"/>
            </a:xfrm>
            <a:prstGeom prst="rect">
              <a:avLst/>
            </a:prstGeom>
            <a:solidFill>
              <a:srgbClr val="7D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13"/>
            <p:cNvSpPr/>
            <p:nvPr/>
          </p:nvSpPr>
          <p:spPr>
            <a:xfrm>
              <a:off x="2895600" y="5086350"/>
              <a:ext cx="31800" cy="57300"/>
            </a:xfrm>
            <a:prstGeom prst="rect">
              <a:avLst/>
            </a:prstGeom>
            <a:solidFill>
              <a:srgbClr val="7E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13"/>
            <p:cNvSpPr/>
            <p:nvPr/>
          </p:nvSpPr>
          <p:spPr>
            <a:xfrm>
              <a:off x="2921000" y="5086350"/>
              <a:ext cx="31800" cy="573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13"/>
            <p:cNvSpPr/>
            <p:nvPr/>
          </p:nvSpPr>
          <p:spPr>
            <a:xfrm>
              <a:off x="2946400" y="5086350"/>
              <a:ext cx="31800" cy="573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3"/>
            <p:cNvSpPr/>
            <p:nvPr/>
          </p:nvSpPr>
          <p:spPr>
            <a:xfrm>
              <a:off x="2971800" y="5086350"/>
              <a:ext cx="31800" cy="57300"/>
            </a:xfrm>
            <a:prstGeom prst="rect">
              <a:avLst/>
            </a:prstGeom>
            <a:solidFill>
              <a:srgbClr val="80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13"/>
            <p:cNvSpPr/>
            <p:nvPr/>
          </p:nvSpPr>
          <p:spPr>
            <a:xfrm>
              <a:off x="2997200" y="5086350"/>
              <a:ext cx="31800" cy="57300"/>
            </a:xfrm>
            <a:prstGeom prst="rect">
              <a:avLst/>
            </a:prstGeom>
            <a:solidFill>
              <a:srgbClr val="80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13"/>
            <p:cNvSpPr/>
            <p:nvPr/>
          </p:nvSpPr>
          <p:spPr>
            <a:xfrm>
              <a:off x="3022600" y="5086350"/>
              <a:ext cx="31800" cy="57300"/>
            </a:xfrm>
            <a:prstGeom prst="rect">
              <a:avLst/>
            </a:prstGeom>
            <a:solidFill>
              <a:srgbClr val="81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13"/>
            <p:cNvSpPr/>
            <p:nvPr/>
          </p:nvSpPr>
          <p:spPr>
            <a:xfrm>
              <a:off x="3048000" y="5086350"/>
              <a:ext cx="31800" cy="57300"/>
            </a:xfrm>
            <a:prstGeom prst="rect">
              <a:avLst/>
            </a:prstGeom>
            <a:solidFill>
              <a:srgbClr val="81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13"/>
            <p:cNvSpPr/>
            <p:nvPr/>
          </p:nvSpPr>
          <p:spPr>
            <a:xfrm>
              <a:off x="3073400" y="5086350"/>
              <a:ext cx="31800" cy="57300"/>
            </a:xfrm>
            <a:prstGeom prst="rect">
              <a:avLst/>
            </a:prstGeom>
            <a:solidFill>
              <a:srgbClr val="82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13"/>
            <p:cNvSpPr/>
            <p:nvPr/>
          </p:nvSpPr>
          <p:spPr>
            <a:xfrm>
              <a:off x="3098800" y="5086350"/>
              <a:ext cx="31800" cy="57300"/>
            </a:xfrm>
            <a:prstGeom prst="rect">
              <a:avLst/>
            </a:prstGeom>
            <a:solidFill>
              <a:srgbClr val="82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13"/>
            <p:cNvSpPr/>
            <p:nvPr/>
          </p:nvSpPr>
          <p:spPr>
            <a:xfrm>
              <a:off x="3124200" y="5086350"/>
              <a:ext cx="31800" cy="57300"/>
            </a:xfrm>
            <a:prstGeom prst="rect">
              <a:avLst/>
            </a:prstGeom>
            <a:solidFill>
              <a:srgbClr val="83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13"/>
            <p:cNvSpPr/>
            <p:nvPr/>
          </p:nvSpPr>
          <p:spPr>
            <a:xfrm>
              <a:off x="3149600" y="5086350"/>
              <a:ext cx="31800" cy="57300"/>
            </a:xfrm>
            <a:prstGeom prst="rect">
              <a:avLst/>
            </a:prstGeom>
            <a:solidFill>
              <a:srgbClr val="83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13"/>
            <p:cNvSpPr/>
            <p:nvPr/>
          </p:nvSpPr>
          <p:spPr>
            <a:xfrm>
              <a:off x="3175000" y="5086350"/>
              <a:ext cx="31800" cy="57300"/>
            </a:xfrm>
            <a:prstGeom prst="rect">
              <a:avLst/>
            </a:prstGeom>
            <a:solidFill>
              <a:srgbClr val="84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13"/>
            <p:cNvSpPr/>
            <p:nvPr/>
          </p:nvSpPr>
          <p:spPr>
            <a:xfrm>
              <a:off x="3200400" y="5086350"/>
              <a:ext cx="31800" cy="57300"/>
            </a:xfrm>
            <a:prstGeom prst="rect">
              <a:avLst/>
            </a:prstGeom>
            <a:solidFill>
              <a:srgbClr val="84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13"/>
            <p:cNvSpPr/>
            <p:nvPr/>
          </p:nvSpPr>
          <p:spPr>
            <a:xfrm>
              <a:off x="3225800" y="5086350"/>
              <a:ext cx="31800" cy="573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13"/>
            <p:cNvSpPr/>
            <p:nvPr/>
          </p:nvSpPr>
          <p:spPr>
            <a:xfrm>
              <a:off x="3251200" y="5086350"/>
              <a:ext cx="31800" cy="573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13"/>
            <p:cNvSpPr/>
            <p:nvPr/>
          </p:nvSpPr>
          <p:spPr>
            <a:xfrm>
              <a:off x="3276600" y="5086350"/>
              <a:ext cx="31800" cy="57300"/>
            </a:xfrm>
            <a:prstGeom prst="rect">
              <a:avLst/>
            </a:prstGeom>
            <a:solidFill>
              <a:srgbClr val="8673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13"/>
            <p:cNvSpPr/>
            <p:nvPr/>
          </p:nvSpPr>
          <p:spPr>
            <a:xfrm>
              <a:off x="3302000" y="5086350"/>
              <a:ext cx="31800" cy="57300"/>
            </a:xfrm>
            <a:prstGeom prst="rect">
              <a:avLst/>
            </a:prstGeom>
            <a:solidFill>
              <a:srgbClr val="8673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13"/>
            <p:cNvSpPr/>
            <p:nvPr/>
          </p:nvSpPr>
          <p:spPr>
            <a:xfrm>
              <a:off x="3327400" y="5086350"/>
              <a:ext cx="31800" cy="57300"/>
            </a:xfrm>
            <a:prstGeom prst="rect">
              <a:avLst/>
            </a:prstGeom>
            <a:solidFill>
              <a:srgbClr val="87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13"/>
            <p:cNvSpPr/>
            <p:nvPr/>
          </p:nvSpPr>
          <p:spPr>
            <a:xfrm>
              <a:off x="3352800" y="5086350"/>
              <a:ext cx="31800" cy="57300"/>
            </a:xfrm>
            <a:prstGeom prst="rect">
              <a:avLst/>
            </a:prstGeom>
            <a:solidFill>
              <a:srgbClr val="87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13"/>
            <p:cNvSpPr/>
            <p:nvPr/>
          </p:nvSpPr>
          <p:spPr>
            <a:xfrm>
              <a:off x="3378200" y="5086350"/>
              <a:ext cx="31800" cy="573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13"/>
            <p:cNvSpPr/>
            <p:nvPr/>
          </p:nvSpPr>
          <p:spPr>
            <a:xfrm>
              <a:off x="3403600" y="5086350"/>
              <a:ext cx="31800" cy="57300"/>
            </a:xfrm>
            <a:prstGeom prst="rect">
              <a:avLst/>
            </a:prstGeom>
            <a:solidFill>
              <a:srgbClr val="89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13"/>
            <p:cNvSpPr/>
            <p:nvPr/>
          </p:nvSpPr>
          <p:spPr>
            <a:xfrm>
              <a:off x="3429000" y="5086350"/>
              <a:ext cx="31800" cy="57300"/>
            </a:xfrm>
            <a:prstGeom prst="rect">
              <a:avLst/>
            </a:prstGeom>
            <a:solidFill>
              <a:srgbClr val="89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13"/>
            <p:cNvSpPr/>
            <p:nvPr/>
          </p:nvSpPr>
          <p:spPr>
            <a:xfrm>
              <a:off x="3454400" y="5086350"/>
              <a:ext cx="31800" cy="57300"/>
            </a:xfrm>
            <a:prstGeom prst="rect">
              <a:avLst/>
            </a:prstGeom>
            <a:solidFill>
              <a:srgbClr val="8A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13"/>
            <p:cNvSpPr/>
            <p:nvPr/>
          </p:nvSpPr>
          <p:spPr>
            <a:xfrm>
              <a:off x="3479800" y="5086350"/>
              <a:ext cx="31800" cy="57300"/>
            </a:xfrm>
            <a:prstGeom prst="rect">
              <a:avLst/>
            </a:prstGeom>
            <a:solidFill>
              <a:srgbClr val="8A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13"/>
            <p:cNvSpPr/>
            <p:nvPr/>
          </p:nvSpPr>
          <p:spPr>
            <a:xfrm>
              <a:off x="3505200" y="5086350"/>
              <a:ext cx="31800" cy="57300"/>
            </a:xfrm>
            <a:prstGeom prst="rect">
              <a:avLst/>
            </a:prstGeom>
            <a:solidFill>
              <a:srgbClr val="8B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13"/>
            <p:cNvSpPr/>
            <p:nvPr/>
          </p:nvSpPr>
          <p:spPr>
            <a:xfrm>
              <a:off x="3530600" y="5086350"/>
              <a:ext cx="31800" cy="57300"/>
            </a:xfrm>
            <a:prstGeom prst="rect">
              <a:avLst/>
            </a:prstGeom>
            <a:solidFill>
              <a:srgbClr val="8B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13"/>
            <p:cNvSpPr/>
            <p:nvPr/>
          </p:nvSpPr>
          <p:spPr>
            <a:xfrm>
              <a:off x="3556000" y="5086350"/>
              <a:ext cx="31800" cy="573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13"/>
            <p:cNvSpPr/>
            <p:nvPr/>
          </p:nvSpPr>
          <p:spPr>
            <a:xfrm>
              <a:off x="3581400" y="5086350"/>
              <a:ext cx="31800" cy="573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13"/>
            <p:cNvSpPr/>
            <p:nvPr/>
          </p:nvSpPr>
          <p:spPr>
            <a:xfrm>
              <a:off x="3606800" y="5086350"/>
              <a:ext cx="31800" cy="57300"/>
            </a:xfrm>
            <a:prstGeom prst="rect">
              <a:avLst/>
            </a:prstGeom>
            <a:solidFill>
              <a:srgbClr val="8D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13"/>
            <p:cNvSpPr/>
            <p:nvPr/>
          </p:nvSpPr>
          <p:spPr>
            <a:xfrm>
              <a:off x="3632200" y="5086350"/>
              <a:ext cx="31800" cy="57300"/>
            </a:xfrm>
            <a:prstGeom prst="rect">
              <a:avLst/>
            </a:prstGeom>
            <a:solidFill>
              <a:srgbClr val="8D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13"/>
            <p:cNvSpPr/>
            <p:nvPr/>
          </p:nvSpPr>
          <p:spPr>
            <a:xfrm>
              <a:off x="3657600" y="5086350"/>
              <a:ext cx="31800" cy="57300"/>
            </a:xfrm>
            <a:prstGeom prst="rect">
              <a:avLst/>
            </a:prstGeom>
            <a:solidFill>
              <a:srgbClr val="8E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13"/>
            <p:cNvSpPr/>
            <p:nvPr/>
          </p:nvSpPr>
          <p:spPr>
            <a:xfrm>
              <a:off x="3683000" y="5086350"/>
              <a:ext cx="31800" cy="57300"/>
            </a:xfrm>
            <a:prstGeom prst="rect">
              <a:avLst/>
            </a:prstGeom>
            <a:solidFill>
              <a:srgbClr val="8E70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13"/>
            <p:cNvSpPr/>
            <p:nvPr/>
          </p:nvSpPr>
          <p:spPr>
            <a:xfrm>
              <a:off x="3708400" y="5086350"/>
              <a:ext cx="31800" cy="573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13"/>
            <p:cNvSpPr/>
            <p:nvPr/>
          </p:nvSpPr>
          <p:spPr>
            <a:xfrm>
              <a:off x="3733800" y="5086350"/>
              <a:ext cx="31800" cy="573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13"/>
            <p:cNvSpPr/>
            <p:nvPr/>
          </p:nvSpPr>
          <p:spPr>
            <a:xfrm>
              <a:off x="3759200" y="5086350"/>
              <a:ext cx="31800" cy="57300"/>
            </a:xfrm>
            <a:prstGeom prst="rect">
              <a:avLst/>
            </a:prstGeom>
            <a:solidFill>
              <a:srgbClr val="90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13"/>
            <p:cNvSpPr/>
            <p:nvPr/>
          </p:nvSpPr>
          <p:spPr>
            <a:xfrm>
              <a:off x="3784600" y="5086350"/>
              <a:ext cx="31800" cy="57300"/>
            </a:xfrm>
            <a:prstGeom prst="rect">
              <a:avLst/>
            </a:prstGeom>
            <a:solidFill>
              <a:srgbClr val="90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13"/>
            <p:cNvSpPr/>
            <p:nvPr/>
          </p:nvSpPr>
          <p:spPr>
            <a:xfrm>
              <a:off x="3810000" y="5086350"/>
              <a:ext cx="31800" cy="57300"/>
            </a:xfrm>
            <a:prstGeom prst="rect">
              <a:avLst/>
            </a:prstGeom>
            <a:solidFill>
              <a:srgbClr val="91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13"/>
            <p:cNvSpPr/>
            <p:nvPr/>
          </p:nvSpPr>
          <p:spPr>
            <a:xfrm>
              <a:off x="3835400" y="5086350"/>
              <a:ext cx="31800" cy="57300"/>
            </a:xfrm>
            <a:prstGeom prst="rect">
              <a:avLst/>
            </a:prstGeom>
            <a:solidFill>
              <a:srgbClr val="91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13"/>
            <p:cNvSpPr/>
            <p:nvPr/>
          </p:nvSpPr>
          <p:spPr>
            <a:xfrm>
              <a:off x="3860800" y="5086350"/>
              <a:ext cx="31800" cy="57300"/>
            </a:xfrm>
            <a:prstGeom prst="rect">
              <a:avLst/>
            </a:prstGeom>
            <a:solidFill>
              <a:srgbClr val="92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13"/>
            <p:cNvSpPr/>
            <p:nvPr/>
          </p:nvSpPr>
          <p:spPr>
            <a:xfrm>
              <a:off x="3886200" y="5086350"/>
              <a:ext cx="31800" cy="57300"/>
            </a:xfrm>
            <a:prstGeom prst="rect">
              <a:avLst/>
            </a:prstGeom>
            <a:solidFill>
              <a:srgbClr val="93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13"/>
            <p:cNvSpPr/>
            <p:nvPr/>
          </p:nvSpPr>
          <p:spPr>
            <a:xfrm>
              <a:off x="3911600" y="5086350"/>
              <a:ext cx="31800" cy="57300"/>
            </a:xfrm>
            <a:prstGeom prst="rect">
              <a:avLst/>
            </a:prstGeom>
            <a:solidFill>
              <a:srgbClr val="93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13"/>
            <p:cNvSpPr/>
            <p:nvPr/>
          </p:nvSpPr>
          <p:spPr>
            <a:xfrm>
              <a:off x="3937000" y="5086350"/>
              <a:ext cx="31800" cy="57300"/>
            </a:xfrm>
            <a:prstGeom prst="rect">
              <a:avLst/>
            </a:prstGeom>
            <a:solidFill>
              <a:srgbClr val="94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13"/>
            <p:cNvSpPr/>
            <p:nvPr/>
          </p:nvSpPr>
          <p:spPr>
            <a:xfrm>
              <a:off x="3962400" y="5086350"/>
              <a:ext cx="31800" cy="57300"/>
            </a:xfrm>
            <a:prstGeom prst="rect">
              <a:avLst/>
            </a:prstGeom>
            <a:solidFill>
              <a:srgbClr val="94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13"/>
            <p:cNvSpPr/>
            <p:nvPr/>
          </p:nvSpPr>
          <p:spPr>
            <a:xfrm>
              <a:off x="3987800" y="5086350"/>
              <a:ext cx="31800" cy="573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13"/>
            <p:cNvSpPr/>
            <p:nvPr/>
          </p:nvSpPr>
          <p:spPr>
            <a:xfrm>
              <a:off x="4013200" y="5086350"/>
              <a:ext cx="31800" cy="573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13"/>
            <p:cNvSpPr/>
            <p:nvPr/>
          </p:nvSpPr>
          <p:spPr>
            <a:xfrm>
              <a:off x="4038600" y="5086350"/>
              <a:ext cx="31800" cy="57300"/>
            </a:xfrm>
            <a:prstGeom prst="rect">
              <a:avLst/>
            </a:prstGeom>
            <a:solidFill>
              <a:srgbClr val="966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13"/>
            <p:cNvSpPr/>
            <p:nvPr/>
          </p:nvSpPr>
          <p:spPr>
            <a:xfrm>
              <a:off x="4064000" y="5086350"/>
              <a:ext cx="31800" cy="57300"/>
            </a:xfrm>
            <a:prstGeom prst="rect">
              <a:avLst/>
            </a:prstGeom>
            <a:solidFill>
              <a:srgbClr val="966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13"/>
            <p:cNvSpPr/>
            <p:nvPr/>
          </p:nvSpPr>
          <p:spPr>
            <a:xfrm>
              <a:off x="4089400" y="5086350"/>
              <a:ext cx="31800" cy="57300"/>
            </a:xfrm>
            <a:prstGeom prst="rect">
              <a:avLst/>
            </a:prstGeom>
            <a:solidFill>
              <a:srgbClr val="976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13"/>
            <p:cNvSpPr/>
            <p:nvPr/>
          </p:nvSpPr>
          <p:spPr>
            <a:xfrm>
              <a:off x="4114800" y="5086350"/>
              <a:ext cx="31800" cy="57300"/>
            </a:xfrm>
            <a:prstGeom prst="rect">
              <a:avLst/>
            </a:prstGeom>
            <a:solidFill>
              <a:srgbClr val="976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13"/>
            <p:cNvSpPr/>
            <p:nvPr/>
          </p:nvSpPr>
          <p:spPr>
            <a:xfrm>
              <a:off x="4140200" y="5086350"/>
              <a:ext cx="31800" cy="573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13"/>
            <p:cNvSpPr/>
            <p:nvPr/>
          </p:nvSpPr>
          <p:spPr>
            <a:xfrm>
              <a:off x="4165600" y="5086350"/>
              <a:ext cx="31800" cy="573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13"/>
            <p:cNvSpPr/>
            <p:nvPr/>
          </p:nvSpPr>
          <p:spPr>
            <a:xfrm>
              <a:off x="4191000" y="5086350"/>
              <a:ext cx="31800" cy="57300"/>
            </a:xfrm>
            <a:prstGeom prst="rect">
              <a:avLst/>
            </a:prstGeom>
            <a:solidFill>
              <a:srgbClr val="99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13"/>
            <p:cNvSpPr/>
            <p:nvPr/>
          </p:nvSpPr>
          <p:spPr>
            <a:xfrm>
              <a:off x="4216400" y="5086350"/>
              <a:ext cx="31800" cy="57300"/>
            </a:xfrm>
            <a:prstGeom prst="rect">
              <a:avLst/>
            </a:prstGeom>
            <a:solidFill>
              <a:srgbClr val="99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13"/>
            <p:cNvSpPr/>
            <p:nvPr/>
          </p:nvSpPr>
          <p:spPr>
            <a:xfrm>
              <a:off x="4241800" y="5086350"/>
              <a:ext cx="31800" cy="57300"/>
            </a:xfrm>
            <a:prstGeom prst="rect">
              <a:avLst/>
            </a:prstGeom>
            <a:solidFill>
              <a:srgbClr val="9A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13"/>
            <p:cNvSpPr/>
            <p:nvPr/>
          </p:nvSpPr>
          <p:spPr>
            <a:xfrm>
              <a:off x="4267200" y="5086350"/>
              <a:ext cx="31800" cy="57300"/>
            </a:xfrm>
            <a:prstGeom prst="rect">
              <a:avLst/>
            </a:prstGeom>
            <a:solidFill>
              <a:srgbClr val="9A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13"/>
            <p:cNvSpPr/>
            <p:nvPr/>
          </p:nvSpPr>
          <p:spPr>
            <a:xfrm>
              <a:off x="4292600" y="5086350"/>
              <a:ext cx="31800" cy="57300"/>
            </a:xfrm>
            <a:prstGeom prst="rect">
              <a:avLst/>
            </a:prstGeom>
            <a:solidFill>
              <a:srgbClr val="9B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13"/>
            <p:cNvSpPr/>
            <p:nvPr/>
          </p:nvSpPr>
          <p:spPr>
            <a:xfrm>
              <a:off x="4318000" y="5086350"/>
              <a:ext cx="31800" cy="57300"/>
            </a:xfrm>
            <a:prstGeom prst="rect">
              <a:avLst/>
            </a:prstGeom>
            <a:solidFill>
              <a:srgbClr val="9B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13"/>
            <p:cNvSpPr/>
            <p:nvPr/>
          </p:nvSpPr>
          <p:spPr>
            <a:xfrm>
              <a:off x="4343400" y="5086350"/>
              <a:ext cx="31800" cy="573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13"/>
            <p:cNvSpPr/>
            <p:nvPr/>
          </p:nvSpPr>
          <p:spPr>
            <a:xfrm>
              <a:off x="4368800" y="5086350"/>
              <a:ext cx="31800" cy="57300"/>
            </a:xfrm>
            <a:prstGeom prst="rect">
              <a:avLst/>
            </a:prstGeom>
            <a:solidFill>
              <a:srgbClr val="9D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13"/>
            <p:cNvSpPr/>
            <p:nvPr/>
          </p:nvSpPr>
          <p:spPr>
            <a:xfrm>
              <a:off x="4394200" y="5086350"/>
              <a:ext cx="31800" cy="57300"/>
            </a:xfrm>
            <a:prstGeom prst="rect">
              <a:avLst/>
            </a:prstGeom>
            <a:solidFill>
              <a:srgbClr val="9D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13"/>
            <p:cNvSpPr/>
            <p:nvPr/>
          </p:nvSpPr>
          <p:spPr>
            <a:xfrm>
              <a:off x="4419600" y="5086350"/>
              <a:ext cx="31800" cy="57300"/>
            </a:xfrm>
            <a:prstGeom prst="rect">
              <a:avLst/>
            </a:prstGeom>
            <a:solidFill>
              <a:srgbClr val="9E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13"/>
            <p:cNvSpPr/>
            <p:nvPr/>
          </p:nvSpPr>
          <p:spPr>
            <a:xfrm>
              <a:off x="4445000" y="5086350"/>
              <a:ext cx="31800" cy="57300"/>
            </a:xfrm>
            <a:prstGeom prst="rect">
              <a:avLst/>
            </a:prstGeom>
            <a:solidFill>
              <a:srgbClr val="9E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13"/>
            <p:cNvSpPr/>
            <p:nvPr/>
          </p:nvSpPr>
          <p:spPr>
            <a:xfrm>
              <a:off x="4470400" y="5086350"/>
              <a:ext cx="31800" cy="573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13"/>
            <p:cNvSpPr/>
            <p:nvPr/>
          </p:nvSpPr>
          <p:spPr>
            <a:xfrm>
              <a:off x="4495800" y="5086350"/>
              <a:ext cx="31800" cy="573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13"/>
            <p:cNvSpPr/>
            <p:nvPr/>
          </p:nvSpPr>
          <p:spPr>
            <a:xfrm>
              <a:off x="4521200" y="5086350"/>
              <a:ext cx="31800" cy="57300"/>
            </a:xfrm>
            <a:prstGeom prst="rect">
              <a:avLst/>
            </a:prstGeom>
            <a:solidFill>
              <a:srgbClr val="A0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13"/>
            <p:cNvSpPr/>
            <p:nvPr/>
          </p:nvSpPr>
          <p:spPr>
            <a:xfrm>
              <a:off x="4546600" y="5086350"/>
              <a:ext cx="31800" cy="57300"/>
            </a:xfrm>
            <a:prstGeom prst="rect">
              <a:avLst/>
            </a:prstGeom>
            <a:solidFill>
              <a:srgbClr val="A0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13"/>
            <p:cNvSpPr/>
            <p:nvPr/>
          </p:nvSpPr>
          <p:spPr>
            <a:xfrm>
              <a:off x="4572000" y="5086350"/>
              <a:ext cx="31800" cy="57300"/>
            </a:xfrm>
            <a:prstGeom prst="rect">
              <a:avLst/>
            </a:prstGeom>
            <a:solidFill>
              <a:srgbClr val="A1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13"/>
            <p:cNvSpPr/>
            <p:nvPr/>
          </p:nvSpPr>
          <p:spPr>
            <a:xfrm>
              <a:off x="4597400" y="5086350"/>
              <a:ext cx="31800" cy="57300"/>
            </a:xfrm>
            <a:prstGeom prst="rect">
              <a:avLst/>
            </a:prstGeom>
            <a:solidFill>
              <a:srgbClr val="A1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13"/>
            <p:cNvSpPr/>
            <p:nvPr/>
          </p:nvSpPr>
          <p:spPr>
            <a:xfrm>
              <a:off x="4622800" y="5086350"/>
              <a:ext cx="31800" cy="573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13"/>
            <p:cNvSpPr/>
            <p:nvPr/>
          </p:nvSpPr>
          <p:spPr>
            <a:xfrm>
              <a:off x="4648200" y="5086350"/>
              <a:ext cx="31800" cy="573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13"/>
            <p:cNvSpPr/>
            <p:nvPr/>
          </p:nvSpPr>
          <p:spPr>
            <a:xfrm>
              <a:off x="4673600" y="5086350"/>
              <a:ext cx="31800" cy="57300"/>
            </a:xfrm>
            <a:prstGeom prst="rect">
              <a:avLst/>
            </a:prstGeom>
            <a:solidFill>
              <a:srgbClr val="A3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13"/>
            <p:cNvSpPr/>
            <p:nvPr/>
          </p:nvSpPr>
          <p:spPr>
            <a:xfrm>
              <a:off x="4699000" y="5086350"/>
              <a:ext cx="31800" cy="57300"/>
            </a:xfrm>
            <a:prstGeom prst="rect">
              <a:avLst/>
            </a:prstGeom>
            <a:solidFill>
              <a:srgbClr val="A3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13"/>
            <p:cNvSpPr/>
            <p:nvPr/>
          </p:nvSpPr>
          <p:spPr>
            <a:xfrm>
              <a:off x="4724400" y="5086350"/>
              <a:ext cx="31800" cy="57300"/>
            </a:xfrm>
            <a:prstGeom prst="rect">
              <a:avLst/>
            </a:prstGeom>
            <a:solidFill>
              <a:srgbClr val="A4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13"/>
            <p:cNvSpPr/>
            <p:nvPr/>
          </p:nvSpPr>
          <p:spPr>
            <a:xfrm>
              <a:off x="4749800" y="5086350"/>
              <a:ext cx="31800" cy="57300"/>
            </a:xfrm>
            <a:prstGeom prst="rect">
              <a:avLst/>
            </a:prstGeom>
            <a:solidFill>
              <a:srgbClr val="A4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13"/>
            <p:cNvSpPr/>
            <p:nvPr/>
          </p:nvSpPr>
          <p:spPr>
            <a:xfrm>
              <a:off x="4775200" y="5086350"/>
              <a:ext cx="31800" cy="573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13"/>
            <p:cNvSpPr/>
            <p:nvPr/>
          </p:nvSpPr>
          <p:spPr>
            <a:xfrm>
              <a:off x="4800600" y="5086350"/>
              <a:ext cx="31800" cy="57300"/>
            </a:xfrm>
            <a:prstGeom prst="rect">
              <a:avLst/>
            </a:prstGeom>
            <a:solidFill>
              <a:srgbClr val="A6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13"/>
            <p:cNvSpPr/>
            <p:nvPr/>
          </p:nvSpPr>
          <p:spPr>
            <a:xfrm>
              <a:off x="4826000" y="5086350"/>
              <a:ext cx="31800" cy="57300"/>
            </a:xfrm>
            <a:prstGeom prst="rect">
              <a:avLst/>
            </a:prstGeom>
            <a:solidFill>
              <a:srgbClr val="A6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13"/>
            <p:cNvSpPr/>
            <p:nvPr/>
          </p:nvSpPr>
          <p:spPr>
            <a:xfrm>
              <a:off x="4851400" y="5086350"/>
              <a:ext cx="31800" cy="57300"/>
            </a:xfrm>
            <a:prstGeom prst="rect">
              <a:avLst/>
            </a:prstGeom>
            <a:solidFill>
              <a:srgbClr val="A7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13"/>
            <p:cNvSpPr/>
            <p:nvPr/>
          </p:nvSpPr>
          <p:spPr>
            <a:xfrm>
              <a:off x="4876800" y="5086350"/>
              <a:ext cx="31800" cy="57300"/>
            </a:xfrm>
            <a:prstGeom prst="rect">
              <a:avLst/>
            </a:prstGeom>
            <a:solidFill>
              <a:srgbClr val="A7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13"/>
            <p:cNvSpPr/>
            <p:nvPr/>
          </p:nvSpPr>
          <p:spPr>
            <a:xfrm>
              <a:off x="4902200" y="5086350"/>
              <a:ext cx="31800" cy="57300"/>
            </a:xfrm>
            <a:prstGeom prst="rect">
              <a:avLst/>
            </a:prstGeom>
            <a:solidFill>
              <a:srgbClr val="A8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13"/>
            <p:cNvSpPr/>
            <p:nvPr/>
          </p:nvSpPr>
          <p:spPr>
            <a:xfrm>
              <a:off x="4927600" y="5086350"/>
              <a:ext cx="31800" cy="57300"/>
            </a:xfrm>
            <a:prstGeom prst="rect">
              <a:avLst/>
            </a:prstGeom>
            <a:solidFill>
              <a:srgbClr val="A8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13"/>
            <p:cNvSpPr/>
            <p:nvPr/>
          </p:nvSpPr>
          <p:spPr>
            <a:xfrm>
              <a:off x="4953000" y="5086350"/>
              <a:ext cx="31800" cy="573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13"/>
            <p:cNvSpPr/>
            <p:nvPr/>
          </p:nvSpPr>
          <p:spPr>
            <a:xfrm>
              <a:off x="4978400" y="5086350"/>
              <a:ext cx="31800" cy="573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13"/>
            <p:cNvSpPr/>
            <p:nvPr/>
          </p:nvSpPr>
          <p:spPr>
            <a:xfrm>
              <a:off x="5003800" y="5086350"/>
              <a:ext cx="31800" cy="57300"/>
            </a:xfrm>
            <a:prstGeom prst="rect">
              <a:avLst/>
            </a:prstGeom>
            <a:solidFill>
              <a:srgbClr val="AA6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13"/>
            <p:cNvSpPr/>
            <p:nvPr/>
          </p:nvSpPr>
          <p:spPr>
            <a:xfrm>
              <a:off x="5029200" y="5086350"/>
              <a:ext cx="31800" cy="57300"/>
            </a:xfrm>
            <a:prstGeom prst="rect">
              <a:avLst/>
            </a:prstGeom>
            <a:solidFill>
              <a:srgbClr val="AA6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 name="Google Shape;257;p13"/>
            <p:cNvSpPr/>
            <p:nvPr/>
          </p:nvSpPr>
          <p:spPr>
            <a:xfrm>
              <a:off x="5054600" y="5086350"/>
              <a:ext cx="31800" cy="57300"/>
            </a:xfrm>
            <a:prstGeom prst="rect">
              <a:avLst/>
            </a:prstGeom>
            <a:solidFill>
              <a:srgbClr val="AB6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13"/>
            <p:cNvSpPr/>
            <p:nvPr/>
          </p:nvSpPr>
          <p:spPr>
            <a:xfrm>
              <a:off x="5080000" y="5086350"/>
              <a:ext cx="31800" cy="57300"/>
            </a:xfrm>
            <a:prstGeom prst="rect">
              <a:avLst/>
            </a:prstGeom>
            <a:solidFill>
              <a:srgbClr val="AB6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13"/>
            <p:cNvSpPr/>
            <p:nvPr/>
          </p:nvSpPr>
          <p:spPr>
            <a:xfrm>
              <a:off x="5105400" y="5086350"/>
              <a:ext cx="31800" cy="573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13"/>
            <p:cNvSpPr/>
            <p:nvPr/>
          </p:nvSpPr>
          <p:spPr>
            <a:xfrm>
              <a:off x="5130800" y="5086350"/>
              <a:ext cx="31800" cy="573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13"/>
            <p:cNvSpPr/>
            <p:nvPr/>
          </p:nvSpPr>
          <p:spPr>
            <a:xfrm>
              <a:off x="5156200" y="5086350"/>
              <a:ext cx="31800" cy="57300"/>
            </a:xfrm>
            <a:prstGeom prst="rect">
              <a:avLst/>
            </a:prstGeom>
            <a:solidFill>
              <a:srgbClr val="AD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13"/>
            <p:cNvSpPr/>
            <p:nvPr/>
          </p:nvSpPr>
          <p:spPr>
            <a:xfrm>
              <a:off x="5181600" y="5086350"/>
              <a:ext cx="31800" cy="57300"/>
            </a:xfrm>
            <a:prstGeom prst="rect">
              <a:avLst/>
            </a:prstGeom>
            <a:solidFill>
              <a:srgbClr val="AD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13"/>
            <p:cNvSpPr/>
            <p:nvPr/>
          </p:nvSpPr>
          <p:spPr>
            <a:xfrm>
              <a:off x="5207000" y="5086350"/>
              <a:ext cx="31800" cy="57300"/>
            </a:xfrm>
            <a:prstGeom prst="rect">
              <a:avLst/>
            </a:prstGeom>
            <a:solidFill>
              <a:srgbClr val="AE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13"/>
            <p:cNvSpPr/>
            <p:nvPr/>
          </p:nvSpPr>
          <p:spPr>
            <a:xfrm>
              <a:off x="5232400" y="5086350"/>
              <a:ext cx="31800" cy="57300"/>
            </a:xfrm>
            <a:prstGeom prst="rect">
              <a:avLst/>
            </a:prstGeom>
            <a:solidFill>
              <a:srgbClr val="AE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13"/>
            <p:cNvSpPr/>
            <p:nvPr/>
          </p:nvSpPr>
          <p:spPr>
            <a:xfrm>
              <a:off x="5257800" y="5086350"/>
              <a:ext cx="31800" cy="57300"/>
            </a:xfrm>
            <a:prstGeom prst="rect">
              <a:avLst/>
            </a:prstGeom>
            <a:solidFill>
              <a:srgbClr val="AF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13"/>
            <p:cNvSpPr/>
            <p:nvPr/>
          </p:nvSpPr>
          <p:spPr>
            <a:xfrm>
              <a:off x="5283200" y="5086350"/>
              <a:ext cx="31800" cy="57300"/>
            </a:xfrm>
            <a:prstGeom prst="rect">
              <a:avLst/>
            </a:prstGeom>
            <a:solidFill>
              <a:srgbClr val="B0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13"/>
            <p:cNvSpPr/>
            <p:nvPr/>
          </p:nvSpPr>
          <p:spPr>
            <a:xfrm>
              <a:off x="5308600" y="5086350"/>
              <a:ext cx="31800" cy="57300"/>
            </a:xfrm>
            <a:prstGeom prst="rect">
              <a:avLst/>
            </a:prstGeom>
            <a:solidFill>
              <a:srgbClr val="B0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13"/>
            <p:cNvSpPr/>
            <p:nvPr/>
          </p:nvSpPr>
          <p:spPr>
            <a:xfrm>
              <a:off x="5334000" y="5086350"/>
              <a:ext cx="31800" cy="57300"/>
            </a:xfrm>
            <a:prstGeom prst="rect">
              <a:avLst/>
            </a:prstGeom>
            <a:solidFill>
              <a:srgbClr val="B1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13"/>
            <p:cNvSpPr/>
            <p:nvPr/>
          </p:nvSpPr>
          <p:spPr>
            <a:xfrm>
              <a:off x="5359400" y="5086350"/>
              <a:ext cx="31800" cy="57300"/>
            </a:xfrm>
            <a:prstGeom prst="rect">
              <a:avLst/>
            </a:prstGeom>
            <a:solidFill>
              <a:srgbClr val="B1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13"/>
            <p:cNvSpPr/>
            <p:nvPr/>
          </p:nvSpPr>
          <p:spPr>
            <a:xfrm>
              <a:off x="5384800" y="5086350"/>
              <a:ext cx="31800" cy="573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 name="Google Shape;271;p13"/>
            <p:cNvSpPr/>
            <p:nvPr/>
          </p:nvSpPr>
          <p:spPr>
            <a:xfrm>
              <a:off x="5410200" y="5086350"/>
              <a:ext cx="31800" cy="573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 name="Google Shape;272;p13"/>
            <p:cNvSpPr/>
            <p:nvPr/>
          </p:nvSpPr>
          <p:spPr>
            <a:xfrm>
              <a:off x="5435600" y="5086350"/>
              <a:ext cx="31800" cy="57300"/>
            </a:xfrm>
            <a:prstGeom prst="rect">
              <a:avLst/>
            </a:prstGeom>
            <a:solidFill>
              <a:srgbClr val="B367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13"/>
            <p:cNvSpPr/>
            <p:nvPr/>
          </p:nvSpPr>
          <p:spPr>
            <a:xfrm>
              <a:off x="5461000" y="5086350"/>
              <a:ext cx="31800" cy="57300"/>
            </a:xfrm>
            <a:prstGeom prst="rect">
              <a:avLst/>
            </a:prstGeom>
            <a:solidFill>
              <a:srgbClr val="B3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13"/>
            <p:cNvSpPr/>
            <p:nvPr/>
          </p:nvSpPr>
          <p:spPr>
            <a:xfrm>
              <a:off x="5486400" y="5086350"/>
              <a:ext cx="31800" cy="57300"/>
            </a:xfrm>
            <a:prstGeom prst="rect">
              <a:avLst/>
            </a:prstGeom>
            <a:solidFill>
              <a:srgbClr val="B4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13"/>
            <p:cNvSpPr/>
            <p:nvPr/>
          </p:nvSpPr>
          <p:spPr>
            <a:xfrm>
              <a:off x="5511800" y="5086350"/>
              <a:ext cx="31800" cy="57300"/>
            </a:xfrm>
            <a:prstGeom prst="rect">
              <a:avLst/>
            </a:prstGeom>
            <a:solidFill>
              <a:srgbClr val="B4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13"/>
            <p:cNvSpPr/>
            <p:nvPr/>
          </p:nvSpPr>
          <p:spPr>
            <a:xfrm>
              <a:off x="5537200" y="5086350"/>
              <a:ext cx="31800" cy="573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13"/>
            <p:cNvSpPr/>
            <p:nvPr/>
          </p:nvSpPr>
          <p:spPr>
            <a:xfrm>
              <a:off x="5562600" y="5086350"/>
              <a:ext cx="31800" cy="573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13"/>
            <p:cNvSpPr/>
            <p:nvPr/>
          </p:nvSpPr>
          <p:spPr>
            <a:xfrm>
              <a:off x="5588000" y="5086350"/>
              <a:ext cx="31800" cy="57300"/>
            </a:xfrm>
            <a:prstGeom prst="rect">
              <a:avLst/>
            </a:prstGeom>
            <a:solidFill>
              <a:srgbClr val="B6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13"/>
            <p:cNvSpPr/>
            <p:nvPr/>
          </p:nvSpPr>
          <p:spPr>
            <a:xfrm>
              <a:off x="5613400" y="5086350"/>
              <a:ext cx="31800" cy="57300"/>
            </a:xfrm>
            <a:prstGeom prst="rect">
              <a:avLst/>
            </a:prstGeom>
            <a:solidFill>
              <a:srgbClr val="B6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13"/>
            <p:cNvSpPr/>
            <p:nvPr/>
          </p:nvSpPr>
          <p:spPr>
            <a:xfrm>
              <a:off x="5638800" y="5086350"/>
              <a:ext cx="31800" cy="57300"/>
            </a:xfrm>
            <a:prstGeom prst="rect">
              <a:avLst/>
            </a:prstGeom>
            <a:solidFill>
              <a:srgbClr val="B7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13"/>
            <p:cNvSpPr/>
            <p:nvPr/>
          </p:nvSpPr>
          <p:spPr>
            <a:xfrm>
              <a:off x="5664200" y="5086350"/>
              <a:ext cx="31800" cy="57300"/>
            </a:xfrm>
            <a:prstGeom prst="rect">
              <a:avLst/>
            </a:prstGeom>
            <a:solidFill>
              <a:srgbClr val="B7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13"/>
            <p:cNvSpPr/>
            <p:nvPr/>
          </p:nvSpPr>
          <p:spPr>
            <a:xfrm>
              <a:off x="5689600" y="5086350"/>
              <a:ext cx="31800" cy="57300"/>
            </a:xfrm>
            <a:prstGeom prst="rect">
              <a:avLst/>
            </a:prstGeom>
            <a:solidFill>
              <a:srgbClr val="B8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13"/>
            <p:cNvSpPr/>
            <p:nvPr/>
          </p:nvSpPr>
          <p:spPr>
            <a:xfrm>
              <a:off x="5715000" y="5086350"/>
              <a:ext cx="31800" cy="57300"/>
            </a:xfrm>
            <a:prstGeom prst="rect">
              <a:avLst/>
            </a:prstGeom>
            <a:solidFill>
              <a:srgbClr val="B8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13"/>
            <p:cNvSpPr/>
            <p:nvPr/>
          </p:nvSpPr>
          <p:spPr>
            <a:xfrm>
              <a:off x="5740400" y="5086350"/>
              <a:ext cx="31800" cy="573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13"/>
            <p:cNvSpPr/>
            <p:nvPr/>
          </p:nvSpPr>
          <p:spPr>
            <a:xfrm>
              <a:off x="5765800" y="5086350"/>
              <a:ext cx="31800" cy="57300"/>
            </a:xfrm>
            <a:prstGeom prst="rect">
              <a:avLst/>
            </a:prstGeom>
            <a:solidFill>
              <a:srgbClr val="BA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13"/>
            <p:cNvSpPr/>
            <p:nvPr/>
          </p:nvSpPr>
          <p:spPr>
            <a:xfrm>
              <a:off x="5791200" y="5086350"/>
              <a:ext cx="31800" cy="57300"/>
            </a:xfrm>
            <a:prstGeom prst="rect">
              <a:avLst/>
            </a:prstGeom>
            <a:solidFill>
              <a:srgbClr val="BA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13"/>
            <p:cNvSpPr/>
            <p:nvPr/>
          </p:nvSpPr>
          <p:spPr>
            <a:xfrm>
              <a:off x="5816600" y="5086350"/>
              <a:ext cx="31800" cy="57300"/>
            </a:xfrm>
            <a:prstGeom prst="rect">
              <a:avLst/>
            </a:prstGeom>
            <a:solidFill>
              <a:srgbClr val="BB64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13"/>
            <p:cNvSpPr/>
            <p:nvPr/>
          </p:nvSpPr>
          <p:spPr>
            <a:xfrm>
              <a:off x="5842000" y="5086350"/>
              <a:ext cx="31800" cy="57300"/>
            </a:xfrm>
            <a:prstGeom prst="rect">
              <a:avLst/>
            </a:prstGeom>
            <a:solidFill>
              <a:srgbClr val="BB64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13"/>
            <p:cNvSpPr/>
            <p:nvPr/>
          </p:nvSpPr>
          <p:spPr>
            <a:xfrm>
              <a:off x="5867400" y="5086350"/>
              <a:ext cx="31800" cy="573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13"/>
            <p:cNvSpPr/>
            <p:nvPr/>
          </p:nvSpPr>
          <p:spPr>
            <a:xfrm>
              <a:off x="5892800" y="5086350"/>
              <a:ext cx="31800" cy="573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13"/>
            <p:cNvSpPr/>
            <p:nvPr/>
          </p:nvSpPr>
          <p:spPr>
            <a:xfrm>
              <a:off x="5918200" y="5086350"/>
              <a:ext cx="31800" cy="57300"/>
            </a:xfrm>
            <a:prstGeom prst="rect">
              <a:avLst/>
            </a:prstGeom>
            <a:solidFill>
              <a:srgbClr val="BD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13"/>
            <p:cNvSpPr/>
            <p:nvPr/>
          </p:nvSpPr>
          <p:spPr>
            <a:xfrm>
              <a:off x="5943600" y="5086350"/>
              <a:ext cx="31800" cy="57300"/>
            </a:xfrm>
            <a:prstGeom prst="rect">
              <a:avLst/>
            </a:prstGeom>
            <a:solidFill>
              <a:srgbClr val="BD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13"/>
            <p:cNvSpPr/>
            <p:nvPr/>
          </p:nvSpPr>
          <p:spPr>
            <a:xfrm>
              <a:off x="5969000" y="5086350"/>
              <a:ext cx="31800" cy="57300"/>
            </a:xfrm>
            <a:prstGeom prst="rect">
              <a:avLst/>
            </a:prstGeom>
            <a:solidFill>
              <a:srgbClr val="BE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13"/>
            <p:cNvSpPr/>
            <p:nvPr/>
          </p:nvSpPr>
          <p:spPr>
            <a:xfrm>
              <a:off x="5994400" y="5086350"/>
              <a:ext cx="31800" cy="57300"/>
            </a:xfrm>
            <a:prstGeom prst="rect">
              <a:avLst/>
            </a:prstGeom>
            <a:solidFill>
              <a:srgbClr val="BE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13"/>
            <p:cNvSpPr/>
            <p:nvPr/>
          </p:nvSpPr>
          <p:spPr>
            <a:xfrm>
              <a:off x="6019800" y="5086350"/>
              <a:ext cx="31800" cy="57300"/>
            </a:xfrm>
            <a:prstGeom prst="rect">
              <a:avLst/>
            </a:prstGeom>
            <a:solidFill>
              <a:srgbClr val="BF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13"/>
            <p:cNvSpPr/>
            <p:nvPr/>
          </p:nvSpPr>
          <p:spPr>
            <a:xfrm>
              <a:off x="6045200" y="5086350"/>
              <a:ext cx="31800" cy="57300"/>
            </a:xfrm>
            <a:prstGeom prst="rect">
              <a:avLst/>
            </a:prstGeom>
            <a:solidFill>
              <a:srgbClr val="BF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p13"/>
            <p:cNvSpPr/>
            <p:nvPr/>
          </p:nvSpPr>
          <p:spPr>
            <a:xfrm>
              <a:off x="6070600" y="5086350"/>
              <a:ext cx="31800" cy="57300"/>
            </a:xfrm>
            <a:prstGeom prst="rect">
              <a:avLst/>
            </a:prstGeom>
            <a:solidFill>
              <a:srgbClr val="C0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13"/>
            <p:cNvSpPr/>
            <p:nvPr/>
          </p:nvSpPr>
          <p:spPr>
            <a:xfrm>
              <a:off x="6096000" y="5086350"/>
              <a:ext cx="31800" cy="57300"/>
            </a:xfrm>
            <a:prstGeom prst="rect">
              <a:avLst/>
            </a:prstGeom>
            <a:solidFill>
              <a:srgbClr val="C0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13"/>
            <p:cNvSpPr/>
            <p:nvPr/>
          </p:nvSpPr>
          <p:spPr>
            <a:xfrm>
              <a:off x="6121400" y="5086350"/>
              <a:ext cx="31800" cy="57300"/>
            </a:xfrm>
            <a:prstGeom prst="rect">
              <a:avLst/>
            </a:prstGeom>
            <a:solidFill>
              <a:srgbClr val="C1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13"/>
            <p:cNvSpPr/>
            <p:nvPr/>
          </p:nvSpPr>
          <p:spPr>
            <a:xfrm>
              <a:off x="6146800" y="5086350"/>
              <a:ext cx="31800" cy="57300"/>
            </a:xfrm>
            <a:prstGeom prst="rect">
              <a:avLst/>
            </a:prstGeom>
            <a:solidFill>
              <a:srgbClr val="C1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13"/>
            <p:cNvSpPr/>
            <p:nvPr/>
          </p:nvSpPr>
          <p:spPr>
            <a:xfrm>
              <a:off x="6172200" y="5086350"/>
              <a:ext cx="31800" cy="573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13"/>
            <p:cNvSpPr/>
            <p:nvPr/>
          </p:nvSpPr>
          <p:spPr>
            <a:xfrm>
              <a:off x="6197600" y="5086350"/>
              <a:ext cx="31800" cy="573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13"/>
            <p:cNvSpPr/>
            <p:nvPr/>
          </p:nvSpPr>
          <p:spPr>
            <a:xfrm>
              <a:off x="6223000" y="5086350"/>
              <a:ext cx="31800" cy="57300"/>
            </a:xfrm>
            <a:prstGeom prst="rect">
              <a:avLst/>
            </a:prstGeom>
            <a:solidFill>
              <a:srgbClr val="C3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13"/>
            <p:cNvSpPr/>
            <p:nvPr/>
          </p:nvSpPr>
          <p:spPr>
            <a:xfrm>
              <a:off x="6248400" y="5086350"/>
              <a:ext cx="31800" cy="57300"/>
            </a:xfrm>
            <a:prstGeom prst="rect">
              <a:avLst/>
            </a:prstGeom>
            <a:solidFill>
              <a:srgbClr val="C4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13"/>
            <p:cNvSpPr/>
            <p:nvPr/>
          </p:nvSpPr>
          <p:spPr>
            <a:xfrm>
              <a:off x="6273800" y="5086350"/>
              <a:ext cx="31800" cy="57300"/>
            </a:xfrm>
            <a:prstGeom prst="rect">
              <a:avLst/>
            </a:prstGeom>
            <a:solidFill>
              <a:srgbClr val="C4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13"/>
            <p:cNvSpPr/>
            <p:nvPr/>
          </p:nvSpPr>
          <p:spPr>
            <a:xfrm>
              <a:off x="6299200" y="5086350"/>
              <a:ext cx="31800" cy="573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7" name="Google Shape;307;p13"/>
            <p:cNvSpPr/>
            <p:nvPr/>
          </p:nvSpPr>
          <p:spPr>
            <a:xfrm>
              <a:off x="6324600" y="5086350"/>
              <a:ext cx="31800" cy="573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8" name="Google Shape;308;p13"/>
            <p:cNvSpPr/>
            <p:nvPr/>
          </p:nvSpPr>
          <p:spPr>
            <a:xfrm>
              <a:off x="6350000" y="5086350"/>
              <a:ext cx="31800" cy="57300"/>
            </a:xfrm>
            <a:prstGeom prst="rect">
              <a:avLst/>
            </a:prstGeom>
            <a:solidFill>
              <a:srgbClr val="C6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13"/>
            <p:cNvSpPr/>
            <p:nvPr/>
          </p:nvSpPr>
          <p:spPr>
            <a:xfrm>
              <a:off x="6375400" y="5086350"/>
              <a:ext cx="31800" cy="57300"/>
            </a:xfrm>
            <a:prstGeom prst="rect">
              <a:avLst/>
            </a:prstGeom>
            <a:solidFill>
              <a:srgbClr val="C6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0" name="Google Shape;310;p13"/>
            <p:cNvSpPr/>
            <p:nvPr/>
          </p:nvSpPr>
          <p:spPr>
            <a:xfrm>
              <a:off x="6400800" y="5086350"/>
              <a:ext cx="31800" cy="57300"/>
            </a:xfrm>
            <a:prstGeom prst="rect">
              <a:avLst/>
            </a:prstGeom>
            <a:solidFill>
              <a:srgbClr val="C7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13"/>
            <p:cNvSpPr/>
            <p:nvPr/>
          </p:nvSpPr>
          <p:spPr>
            <a:xfrm>
              <a:off x="6426200" y="5086350"/>
              <a:ext cx="31800" cy="57300"/>
            </a:xfrm>
            <a:prstGeom prst="rect">
              <a:avLst/>
            </a:prstGeom>
            <a:solidFill>
              <a:srgbClr val="C7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13"/>
            <p:cNvSpPr/>
            <p:nvPr/>
          </p:nvSpPr>
          <p:spPr>
            <a:xfrm>
              <a:off x="6451600" y="5086350"/>
              <a:ext cx="31800" cy="57300"/>
            </a:xfrm>
            <a:prstGeom prst="rect">
              <a:avLst/>
            </a:prstGeom>
            <a:solidFill>
              <a:srgbClr val="C8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13"/>
            <p:cNvSpPr/>
            <p:nvPr/>
          </p:nvSpPr>
          <p:spPr>
            <a:xfrm>
              <a:off x="6477000" y="5086350"/>
              <a:ext cx="31800" cy="57300"/>
            </a:xfrm>
            <a:prstGeom prst="rect">
              <a:avLst/>
            </a:prstGeom>
            <a:solidFill>
              <a:srgbClr val="C8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p13"/>
            <p:cNvSpPr/>
            <p:nvPr/>
          </p:nvSpPr>
          <p:spPr>
            <a:xfrm>
              <a:off x="6502400" y="5086350"/>
              <a:ext cx="31800" cy="573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5" name="Google Shape;315;p13"/>
            <p:cNvSpPr/>
            <p:nvPr/>
          </p:nvSpPr>
          <p:spPr>
            <a:xfrm>
              <a:off x="6527800" y="5086350"/>
              <a:ext cx="31800" cy="57300"/>
            </a:xfrm>
            <a:prstGeom prst="rect">
              <a:avLst/>
            </a:prstGeom>
            <a:solidFill>
              <a:srgbClr val="C9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13"/>
            <p:cNvSpPr/>
            <p:nvPr/>
          </p:nvSpPr>
          <p:spPr>
            <a:xfrm>
              <a:off x="6553200" y="5086350"/>
              <a:ext cx="31800" cy="57300"/>
            </a:xfrm>
            <a:prstGeom prst="rect">
              <a:avLst/>
            </a:prstGeom>
            <a:solidFill>
              <a:srgbClr val="CA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13"/>
            <p:cNvSpPr/>
            <p:nvPr/>
          </p:nvSpPr>
          <p:spPr>
            <a:xfrm>
              <a:off x="6578600" y="5086350"/>
              <a:ext cx="31800" cy="57300"/>
            </a:xfrm>
            <a:prstGeom prst="rect">
              <a:avLst/>
            </a:prstGeom>
            <a:solidFill>
              <a:srgbClr val="CA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13"/>
            <p:cNvSpPr/>
            <p:nvPr/>
          </p:nvSpPr>
          <p:spPr>
            <a:xfrm>
              <a:off x="6604000" y="5086350"/>
              <a:ext cx="31800" cy="57300"/>
            </a:xfrm>
            <a:prstGeom prst="rect">
              <a:avLst/>
            </a:prstGeom>
            <a:solidFill>
              <a:srgbClr val="CB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13"/>
            <p:cNvSpPr/>
            <p:nvPr/>
          </p:nvSpPr>
          <p:spPr>
            <a:xfrm>
              <a:off x="6629400" y="5086350"/>
              <a:ext cx="31800" cy="57300"/>
            </a:xfrm>
            <a:prstGeom prst="rect">
              <a:avLst/>
            </a:prstGeom>
            <a:solidFill>
              <a:srgbClr val="CB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p13"/>
            <p:cNvSpPr/>
            <p:nvPr/>
          </p:nvSpPr>
          <p:spPr>
            <a:xfrm>
              <a:off x="6654800" y="5086350"/>
              <a:ext cx="31800" cy="57300"/>
            </a:xfrm>
            <a:prstGeom prst="rect">
              <a:avLst/>
            </a:prstGeom>
            <a:solidFill>
              <a:srgbClr val="CC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13"/>
            <p:cNvSpPr/>
            <p:nvPr/>
          </p:nvSpPr>
          <p:spPr>
            <a:xfrm>
              <a:off x="6680200" y="5086350"/>
              <a:ext cx="31800" cy="57300"/>
            </a:xfrm>
            <a:prstGeom prst="rect">
              <a:avLst/>
            </a:prstGeom>
            <a:solidFill>
              <a:srgbClr val="CC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13"/>
            <p:cNvSpPr/>
            <p:nvPr/>
          </p:nvSpPr>
          <p:spPr>
            <a:xfrm>
              <a:off x="6705600" y="5086350"/>
              <a:ext cx="31800" cy="57300"/>
            </a:xfrm>
            <a:prstGeom prst="rect">
              <a:avLst/>
            </a:prstGeom>
            <a:solidFill>
              <a:srgbClr val="CD5F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3" name="Google Shape;323;p13"/>
            <p:cNvSpPr/>
            <p:nvPr/>
          </p:nvSpPr>
          <p:spPr>
            <a:xfrm>
              <a:off x="6731000" y="5086350"/>
              <a:ext cx="31800" cy="57300"/>
            </a:xfrm>
            <a:prstGeom prst="rect">
              <a:avLst/>
            </a:prstGeom>
            <a:solidFill>
              <a:srgbClr val="CE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13"/>
            <p:cNvSpPr/>
            <p:nvPr/>
          </p:nvSpPr>
          <p:spPr>
            <a:xfrm>
              <a:off x="6756400" y="5086350"/>
              <a:ext cx="31800" cy="57300"/>
            </a:xfrm>
            <a:prstGeom prst="rect">
              <a:avLst/>
            </a:prstGeom>
            <a:solidFill>
              <a:srgbClr val="CE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5" name="Google Shape;325;p13"/>
            <p:cNvSpPr/>
            <p:nvPr/>
          </p:nvSpPr>
          <p:spPr>
            <a:xfrm>
              <a:off x="6781800" y="5086350"/>
              <a:ext cx="31800" cy="573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6" name="Google Shape;326;p13"/>
            <p:cNvSpPr/>
            <p:nvPr/>
          </p:nvSpPr>
          <p:spPr>
            <a:xfrm>
              <a:off x="6807200" y="5086350"/>
              <a:ext cx="31800" cy="573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7" name="Google Shape;327;p13"/>
            <p:cNvSpPr/>
            <p:nvPr/>
          </p:nvSpPr>
          <p:spPr>
            <a:xfrm>
              <a:off x="6832600" y="5086350"/>
              <a:ext cx="31800" cy="57300"/>
            </a:xfrm>
            <a:prstGeom prst="rect">
              <a:avLst/>
            </a:prstGeom>
            <a:solidFill>
              <a:srgbClr val="D0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8" name="Google Shape;328;p13"/>
            <p:cNvSpPr/>
            <p:nvPr/>
          </p:nvSpPr>
          <p:spPr>
            <a:xfrm>
              <a:off x="6858000" y="5086350"/>
              <a:ext cx="31800" cy="57300"/>
            </a:xfrm>
            <a:prstGeom prst="rect">
              <a:avLst/>
            </a:prstGeom>
            <a:solidFill>
              <a:srgbClr val="D0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13"/>
            <p:cNvSpPr/>
            <p:nvPr/>
          </p:nvSpPr>
          <p:spPr>
            <a:xfrm>
              <a:off x="6883400" y="5086350"/>
              <a:ext cx="31800" cy="57300"/>
            </a:xfrm>
            <a:prstGeom prst="rect">
              <a:avLst/>
            </a:prstGeom>
            <a:solidFill>
              <a:srgbClr val="D1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13"/>
            <p:cNvSpPr/>
            <p:nvPr/>
          </p:nvSpPr>
          <p:spPr>
            <a:xfrm>
              <a:off x="6908800" y="5086350"/>
              <a:ext cx="31800" cy="57300"/>
            </a:xfrm>
            <a:prstGeom prst="rect">
              <a:avLst/>
            </a:prstGeom>
            <a:solidFill>
              <a:srgbClr val="D1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1" name="Google Shape;331;p13"/>
            <p:cNvSpPr/>
            <p:nvPr/>
          </p:nvSpPr>
          <p:spPr>
            <a:xfrm>
              <a:off x="6934200" y="5086350"/>
              <a:ext cx="31800" cy="573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13"/>
            <p:cNvSpPr/>
            <p:nvPr/>
          </p:nvSpPr>
          <p:spPr>
            <a:xfrm>
              <a:off x="6959600" y="5086350"/>
              <a:ext cx="31800" cy="573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13"/>
            <p:cNvSpPr/>
            <p:nvPr/>
          </p:nvSpPr>
          <p:spPr>
            <a:xfrm>
              <a:off x="6985000" y="5086350"/>
              <a:ext cx="31800" cy="57300"/>
            </a:xfrm>
            <a:prstGeom prst="rect">
              <a:avLst/>
            </a:prstGeom>
            <a:solidFill>
              <a:srgbClr val="D3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p13"/>
            <p:cNvSpPr/>
            <p:nvPr/>
          </p:nvSpPr>
          <p:spPr>
            <a:xfrm>
              <a:off x="7010400" y="5086350"/>
              <a:ext cx="31800" cy="57300"/>
            </a:xfrm>
            <a:prstGeom prst="rect">
              <a:avLst/>
            </a:prstGeom>
            <a:solidFill>
              <a:srgbClr val="D3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13"/>
            <p:cNvSpPr/>
            <p:nvPr/>
          </p:nvSpPr>
          <p:spPr>
            <a:xfrm>
              <a:off x="7035800" y="5086350"/>
              <a:ext cx="31800" cy="57300"/>
            </a:xfrm>
            <a:prstGeom prst="rect">
              <a:avLst/>
            </a:prstGeom>
            <a:solidFill>
              <a:srgbClr val="D4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13"/>
            <p:cNvSpPr/>
            <p:nvPr/>
          </p:nvSpPr>
          <p:spPr>
            <a:xfrm>
              <a:off x="7061200" y="5086350"/>
              <a:ext cx="31800" cy="57300"/>
            </a:xfrm>
            <a:prstGeom prst="rect">
              <a:avLst/>
            </a:prstGeom>
            <a:solidFill>
              <a:srgbClr val="D4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13"/>
            <p:cNvSpPr/>
            <p:nvPr/>
          </p:nvSpPr>
          <p:spPr>
            <a:xfrm>
              <a:off x="7086600" y="5086350"/>
              <a:ext cx="31800" cy="573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13"/>
            <p:cNvSpPr/>
            <p:nvPr/>
          </p:nvSpPr>
          <p:spPr>
            <a:xfrm>
              <a:off x="7112000" y="5086350"/>
              <a:ext cx="31800" cy="573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13"/>
            <p:cNvSpPr/>
            <p:nvPr/>
          </p:nvSpPr>
          <p:spPr>
            <a:xfrm>
              <a:off x="7137400" y="5086350"/>
              <a:ext cx="31800" cy="57300"/>
            </a:xfrm>
            <a:prstGeom prst="rect">
              <a:avLst/>
            </a:prstGeom>
            <a:solidFill>
              <a:srgbClr val="D6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13"/>
            <p:cNvSpPr/>
            <p:nvPr/>
          </p:nvSpPr>
          <p:spPr>
            <a:xfrm>
              <a:off x="7162800" y="5086350"/>
              <a:ext cx="31800" cy="57300"/>
            </a:xfrm>
            <a:prstGeom prst="rect">
              <a:avLst/>
            </a:prstGeom>
            <a:solidFill>
              <a:srgbClr val="D6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1" name="Google Shape;341;p13"/>
            <p:cNvSpPr/>
            <p:nvPr/>
          </p:nvSpPr>
          <p:spPr>
            <a:xfrm>
              <a:off x="7188200" y="5086350"/>
              <a:ext cx="31800" cy="57300"/>
            </a:xfrm>
            <a:prstGeom prst="rect">
              <a:avLst/>
            </a:prstGeom>
            <a:solidFill>
              <a:srgbClr val="D75D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13"/>
            <p:cNvSpPr/>
            <p:nvPr/>
          </p:nvSpPr>
          <p:spPr>
            <a:xfrm>
              <a:off x="7213600" y="5086350"/>
              <a:ext cx="31800" cy="57300"/>
            </a:xfrm>
            <a:prstGeom prst="rect">
              <a:avLst/>
            </a:prstGeom>
            <a:solidFill>
              <a:srgbClr val="D85D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3" name="Google Shape;343;p13"/>
            <p:cNvSpPr/>
            <p:nvPr/>
          </p:nvSpPr>
          <p:spPr>
            <a:xfrm>
              <a:off x="7239000" y="5086350"/>
              <a:ext cx="31800" cy="57300"/>
            </a:xfrm>
            <a:prstGeom prst="rect">
              <a:avLst/>
            </a:prstGeom>
            <a:solidFill>
              <a:srgbClr val="D85D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13"/>
            <p:cNvSpPr/>
            <p:nvPr/>
          </p:nvSpPr>
          <p:spPr>
            <a:xfrm>
              <a:off x="7264400" y="5086350"/>
              <a:ext cx="31800" cy="573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13"/>
            <p:cNvSpPr/>
            <p:nvPr/>
          </p:nvSpPr>
          <p:spPr>
            <a:xfrm>
              <a:off x="7289800" y="5086350"/>
              <a:ext cx="31800" cy="573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13"/>
            <p:cNvSpPr/>
            <p:nvPr/>
          </p:nvSpPr>
          <p:spPr>
            <a:xfrm>
              <a:off x="7315200" y="5086350"/>
              <a:ext cx="31800" cy="57300"/>
            </a:xfrm>
            <a:prstGeom prst="rect">
              <a:avLst/>
            </a:prstGeom>
            <a:solidFill>
              <a:srgbClr val="DA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13"/>
            <p:cNvSpPr/>
            <p:nvPr/>
          </p:nvSpPr>
          <p:spPr>
            <a:xfrm>
              <a:off x="7340600" y="5086350"/>
              <a:ext cx="31800" cy="57300"/>
            </a:xfrm>
            <a:prstGeom prst="rect">
              <a:avLst/>
            </a:prstGeom>
            <a:solidFill>
              <a:srgbClr val="DA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13"/>
            <p:cNvSpPr/>
            <p:nvPr/>
          </p:nvSpPr>
          <p:spPr>
            <a:xfrm>
              <a:off x="7366000" y="5086350"/>
              <a:ext cx="31800" cy="57300"/>
            </a:xfrm>
            <a:prstGeom prst="rect">
              <a:avLst/>
            </a:prstGeom>
            <a:solidFill>
              <a:srgbClr val="DB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13"/>
            <p:cNvSpPr/>
            <p:nvPr/>
          </p:nvSpPr>
          <p:spPr>
            <a:xfrm>
              <a:off x="7391400" y="5086350"/>
              <a:ext cx="31800" cy="57300"/>
            </a:xfrm>
            <a:prstGeom prst="rect">
              <a:avLst/>
            </a:prstGeom>
            <a:solidFill>
              <a:srgbClr val="DB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13"/>
            <p:cNvSpPr/>
            <p:nvPr/>
          </p:nvSpPr>
          <p:spPr>
            <a:xfrm>
              <a:off x="7416800" y="5086350"/>
              <a:ext cx="31800" cy="57300"/>
            </a:xfrm>
            <a:prstGeom prst="rect">
              <a:avLst/>
            </a:prstGeom>
            <a:solidFill>
              <a:srgbClr val="DC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1" name="Google Shape;351;p13"/>
            <p:cNvSpPr/>
            <p:nvPr/>
          </p:nvSpPr>
          <p:spPr>
            <a:xfrm>
              <a:off x="7442200" y="5086350"/>
              <a:ext cx="31800" cy="57300"/>
            </a:xfrm>
            <a:prstGeom prst="rect">
              <a:avLst/>
            </a:prstGeom>
            <a:solidFill>
              <a:srgbClr val="DC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13"/>
            <p:cNvSpPr/>
            <p:nvPr/>
          </p:nvSpPr>
          <p:spPr>
            <a:xfrm>
              <a:off x="7467600" y="5086350"/>
              <a:ext cx="31800" cy="57300"/>
            </a:xfrm>
            <a:prstGeom prst="rect">
              <a:avLst/>
            </a:prstGeom>
            <a:solidFill>
              <a:srgbClr val="DD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13"/>
            <p:cNvSpPr/>
            <p:nvPr/>
          </p:nvSpPr>
          <p:spPr>
            <a:xfrm>
              <a:off x="7493000" y="5086350"/>
              <a:ext cx="31800" cy="57300"/>
            </a:xfrm>
            <a:prstGeom prst="rect">
              <a:avLst/>
            </a:prstGeom>
            <a:solidFill>
              <a:srgbClr val="DD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13"/>
            <p:cNvSpPr/>
            <p:nvPr/>
          </p:nvSpPr>
          <p:spPr>
            <a:xfrm>
              <a:off x="7518400" y="5086350"/>
              <a:ext cx="31800" cy="57300"/>
            </a:xfrm>
            <a:prstGeom prst="rect">
              <a:avLst/>
            </a:prstGeom>
            <a:solidFill>
              <a:srgbClr val="DE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p13"/>
            <p:cNvSpPr/>
            <p:nvPr/>
          </p:nvSpPr>
          <p:spPr>
            <a:xfrm>
              <a:off x="7543800" y="5086350"/>
              <a:ext cx="31800" cy="57300"/>
            </a:xfrm>
            <a:prstGeom prst="rect">
              <a:avLst/>
            </a:prstGeom>
            <a:solidFill>
              <a:srgbClr val="DE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13"/>
            <p:cNvSpPr/>
            <p:nvPr/>
          </p:nvSpPr>
          <p:spPr>
            <a:xfrm>
              <a:off x="7569200" y="5086350"/>
              <a:ext cx="31800" cy="573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7" name="Google Shape;357;p13"/>
            <p:cNvSpPr/>
            <p:nvPr/>
          </p:nvSpPr>
          <p:spPr>
            <a:xfrm>
              <a:off x="7594600" y="5086350"/>
              <a:ext cx="31800" cy="573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8" name="Google Shape;358;p13"/>
            <p:cNvSpPr/>
            <p:nvPr/>
          </p:nvSpPr>
          <p:spPr>
            <a:xfrm>
              <a:off x="7620000" y="5086350"/>
              <a:ext cx="31800" cy="57300"/>
            </a:xfrm>
            <a:prstGeom prst="rect">
              <a:avLst/>
            </a:prstGeom>
            <a:solidFill>
              <a:srgbClr val="E0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13"/>
            <p:cNvSpPr/>
            <p:nvPr/>
          </p:nvSpPr>
          <p:spPr>
            <a:xfrm>
              <a:off x="7645400" y="5086350"/>
              <a:ext cx="31800" cy="57300"/>
            </a:xfrm>
            <a:prstGeom prst="rect">
              <a:avLst/>
            </a:prstGeom>
            <a:solidFill>
              <a:srgbClr val="E0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0" name="Google Shape;360;p13"/>
            <p:cNvSpPr/>
            <p:nvPr/>
          </p:nvSpPr>
          <p:spPr>
            <a:xfrm>
              <a:off x="7670800" y="5086350"/>
              <a:ext cx="31800" cy="57300"/>
            </a:xfrm>
            <a:prstGeom prst="rect">
              <a:avLst/>
            </a:prstGeom>
            <a:solidFill>
              <a:srgbClr val="E1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1" name="Google Shape;361;p13"/>
            <p:cNvSpPr/>
            <p:nvPr/>
          </p:nvSpPr>
          <p:spPr>
            <a:xfrm>
              <a:off x="7696200" y="5086350"/>
              <a:ext cx="31800" cy="573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13"/>
            <p:cNvSpPr/>
            <p:nvPr/>
          </p:nvSpPr>
          <p:spPr>
            <a:xfrm>
              <a:off x="7721600" y="5086350"/>
              <a:ext cx="31800" cy="573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3" name="Google Shape;363;p13"/>
            <p:cNvSpPr/>
            <p:nvPr/>
          </p:nvSpPr>
          <p:spPr>
            <a:xfrm>
              <a:off x="7747000" y="5086350"/>
              <a:ext cx="31800" cy="57300"/>
            </a:xfrm>
            <a:prstGeom prst="rect">
              <a:avLst/>
            </a:prstGeom>
            <a:solidFill>
              <a:srgbClr val="E3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4" name="Google Shape;364;p13"/>
            <p:cNvSpPr/>
            <p:nvPr/>
          </p:nvSpPr>
          <p:spPr>
            <a:xfrm>
              <a:off x="7772400" y="5086350"/>
              <a:ext cx="31800" cy="57300"/>
            </a:xfrm>
            <a:prstGeom prst="rect">
              <a:avLst/>
            </a:prstGeom>
            <a:solidFill>
              <a:srgbClr val="E3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5" name="Google Shape;365;p13"/>
            <p:cNvSpPr/>
            <p:nvPr/>
          </p:nvSpPr>
          <p:spPr>
            <a:xfrm>
              <a:off x="7797800" y="5086350"/>
              <a:ext cx="31800" cy="57300"/>
            </a:xfrm>
            <a:prstGeom prst="rect">
              <a:avLst/>
            </a:prstGeom>
            <a:solidFill>
              <a:srgbClr val="E4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13"/>
            <p:cNvSpPr/>
            <p:nvPr/>
          </p:nvSpPr>
          <p:spPr>
            <a:xfrm>
              <a:off x="7823200" y="5086350"/>
              <a:ext cx="31800" cy="57300"/>
            </a:xfrm>
            <a:prstGeom prst="rect">
              <a:avLst/>
            </a:prstGeom>
            <a:solidFill>
              <a:srgbClr val="E4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7" name="Google Shape;367;p13"/>
            <p:cNvSpPr/>
            <p:nvPr/>
          </p:nvSpPr>
          <p:spPr>
            <a:xfrm>
              <a:off x="7848600" y="5086350"/>
              <a:ext cx="31800" cy="573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13"/>
            <p:cNvSpPr/>
            <p:nvPr/>
          </p:nvSpPr>
          <p:spPr>
            <a:xfrm>
              <a:off x="7874000" y="5086350"/>
              <a:ext cx="31800" cy="573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13"/>
            <p:cNvSpPr/>
            <p:nvPr/>
          </p:nvSpPr>
          <p:spPr>
            <a:xfrm>
              <a:off x="7899400" y="5086350"/>
              <a:ext cx="31800" cy="57300"/>
            </a:xfrm>
            <a:prstGeom prst="rect">
              <a:avLst/>
            </a:prstGeom>
            <a:solidFill>
              <a:srgbClr val="E6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13"/>
            <p:cNvSpPr/>
            <p:nvPr/>
          </p:nvSpPr>
          <p:spPr>
            <a:xfrm>
              <a:off x="7924800" y="5086350"/>
              <a:ext cx="31800" cy="57300"/>
            </a:xfrm>
            <a:prstGeom prst="rect">
              <a:avLst/>
            </a:prstGeom>
            <a:solidFill>
              <a:srgbClr val="E6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13"/>
            <p:cNvSpPr/>
            <p:nvPr/>
          </p:nvSpPr>
          <p:spPr>
            <a:xfrm>
              <a:off x="7950200" y="5086350"/>
              <a:ext cx="31800" cy="57300"/>
            </a:xfrm>
            <a:prstGeom prst="rect">
              <a:avLst/>
            </a:prstGeom>
            <a:solidFill>
              <a:srgbClr val="E7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13"/>
            <p:cNvSpPr/>
            <p:nvPr/>
          </p:nvSpPr>
          <p:spPr>
            <a:xfrm>
              <a:off x="7975600" y="5086350"/>
              <a:ext cx="31800" cy="57300"/>
            </a:xfrm>
            <a:prstGeom prst="rect">
              <a:avLst/>
            </a:prstGeom>
            <a:solidFill>
              <a:srgbClr val="E75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13"/>
            <p:cNvSpPr/>
            <p:nvPr/>
          </p:nvSpPr>
          <p:spPr>
            <a:xfrm>
              <a:off x="8001000" y="5086350"/>
              <a:ext cx="31800" cy="57300"/>
            </a:xfrm>
            <a:prstGeom prst="rect">
              <a:avLst/>
            </a:prstGeom>
            <a:solidFill>
              <a:srgbClr val="E85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13"/>
            <p:cNvSpPr/>
            <p:nvPr/>
          </p:nvSpPr>
          <p:spPr>
            <a:xfrm>
              <a:off x="8026400" y="5086350"/>
              <a:ext cx="31800" cy="57300"/>
            </a:xfrm>
            <a:prstGeom prst="rect">
              <a:avLst/>
            </a:prstGeom>
            <a:solidFill>
              <a:srgbClr val="E85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5" name="Google Shape;375;p13"/>
            <p:cNvSpPr/>
            <p:nvPr/>
          </p:nvSpPr>
          <p:spPr>
            <a:xfrm>
              <a:off x="8051800" y="5086350"/>
              <a:ext cx="31800" cy="573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13"/>
            <p:cNvSpPr/>
            <p:nvPr/>
          </p:nvSpPr>
          <p:spPr>
            <a:xfrm>
              <a:off x="8077200" y="5086350"/>
              <a:ext cx="31800" cy="573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7" name="Google Shape;377;p13"/>
            <p:cNvSpPr/>
            <p:nvPr/>
          </p:nvSpPr>
          <p:spPr>
            <a:xfrm>
              <a:off x="8102600" y="5086350"/>
              <a:ext cx="31800" cy="57300"/>
            </a:xfrm>
            <a:prstGeom prst="rect">
              <a:avLst/>
            </a:prstGeom>
            <a:solidFill>
              <a:srgbClr val="EA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13"/>
            <p:cNvSpPr/>
            <p:nvPr/>
          </p:nvSpPr>
          <p:spPr>
            <a:xfrm>
              <a:off x="8128000" y="5086350"/>
              <a:ext cx="31800" cy="57300"/>
            </a:xfrm>
            <a:prstGeom prst="rect">
              <a:avLst/>
            </a:prstGeom>
            <a:solidFill>
              <a:srgbClr val="EA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9" name="Google Shape;379;p13"/>
            <p:cNvSpPr/>
            <p:nvPr/>
          </p:nvSpPr>
          <p:spPr>
            <a:xfrm>
              <a:off x="8153400" y="5086350"/>
              <a:ext cx="31800" cy="57300"/>
            </a:xfrm>
            <a:prstGeom prst="rect">
              <a:avLst/>
            </a:prstGeom>
            <a:solidFill>
              <a:srgbClr val="EB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13"/>
            <p:cNvSpPr/>
            <p:nvPr/>
          </p:nvSpPr>
          <p:spPr>
            <a:xfrm>
              <a:off x="8178800" y="5086350"/>
              <a:ext cx="31800" cy="573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13"/>
            <p:cNvSpPr/>
            <p:nvPr/>
          </p:nvSpPr>
          <p:spPr>
            <a:xfrm>
              <a:off x="8204200" y="5086350"/>
              <a:ext cx="31800" cy="573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13"/>
            <p:cNvSpPr/>
            <p:nvPr/>
          </p:nvSpPr>
          <p:spPr>
            <a:xfrm>
              <a:off x="8229600" y="5086350"/>
              <a:ext cx="31800" cy="57300"/>
            </a:xfrm>
            <a:prstGeom prst="rect">
              <a:avLst/>
            </a:prstGeom>
            <a:solidFill>
              <a:srgbClr val="ED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 name="Google Shape;383;p13"/>
            <p:cNvSpPr/>
            <p:nvPr/>
          </p:nvSpPr>
          <p:spPr>
            <a:xfrm>
              <a:off x="8255000" y="5086350"/>
              <a:ext cx="31800" cy="57300"/>
            </a:xfrm>
            <a:prstGeom prst="rect">
              <a:avLst/>
            </a:prstGeom>
            <a:solidFill>
              <a:srgbClr val="ED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4" name="Google Shape;384;p13"/>
            <p:cNvSpPr/>
            <p:nvPr/>
          </p:nvSpPr>
          <p:spPr>
            <a:xfrm>
              <a:off x="8280400" y="5086350"/>
              <a:ext cx="31800" cy="57300"/>
            </a:xfrm>
            <a:prstGeom prst="rect">
              <a:avLst/>
            </a:prstGeom>
            <a:solidFill>
              <a:srgbClr val="EE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5" name="Google Shape;385;p13"/>
            <p:cNvSpPr/>
            <p:nvPr/>
          </p:nvSpPr>
          <p:spPr>
            <a:xfrm>
              <a:off x="8305800" y="5086350"/>
              <a:ext cx="31800" cy="57300"/>
            </a:xfrm>
            <a:prstGeom prst="rect">
              <a:avLst/>
            </a:prstGeom>
            <a:solidFill>
              <a:srgbClr val="EE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13"/>
            <p:cNvSpPr/>
            <p:nvPr/>
          </p:nvSpPr>
          <p:spPr>
            <a:xfrm>
              <a:off x="8331200" y="5086350"/>
              <a:ext cx="31800" cy="573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13"/>
            <p:cNvSpPr/>
            <p:nvPr/>
          </p:nvSpPr>
          <p:spPr>
            <a:xfrm>
              <a:off x="8356600" y="5086350"/>
              <a:ext cx="31800" cy="573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13"/>
            <p:cNvSpPr/>
            <p:nvPr/>
          </p:nvSpPr>
          <p:spPr>
            <a:xfrm>
              <a:off x="8382000" y="5086350"/>
              <a:ext cx="31800" cy="57300"/>
            </a:xfrm>
            <a:prstGeom prst="rect">
              <a:avLst/>
            </a:prstGeom>
            <a:solidFill>
              <a:srgbClr val="F0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13"/>
            <p:cNvSpPr/>
            <p:nvPr/>
          </p:nvSpPr>
          <p:spPr>
            <a:xfrm>
              <a:off x="8407400" y="5086350"/>
              <a:ext cx="31800" cy="57300"/>
            </a:xfrm>
            <a:prstGeom prst="rect">
              <a:avLst/>
            </a:prstGeom>
            <a:solidFill>
              <a:srgbClr val="F0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13"/>
            <p:cNvSpPr/>
            <p:nvPr/>
          </p:nvSpPr>
          <p:spPr>
            <a:xfrm>
              <a:off x="8432800" y="5086350"/>
              <a:ext cx="31800" cy="57300"/>
            </a:xfrm>
            <a:prstGeom prst="rect">
              <a:avLst/>
            </a:prstGeom>
            <a:solidFill>
              <a:srgbClr val="F1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13"/>
            <p:cNvSpPr/>
            <p:nvPr/>
          </p:nvSpPr>
          <p:spPr>
            <a:xfrm>
              <a:off x="8458200" y="5086350"/>
              <a:ext cx="31800" cy="57300"/>
            </a:xfrm>
            <a:prstGeom prst="rect">
              <a:avLst/>
            </a:prstGeom>
            <a:solidFill>
              <a:srgbClr val="F1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13"/>
            <p:cNvSpPr/>
            <p:nvPr/>
          </p:nvSpPr>
          <p:spPr>
            <a:xfrm>
              <a:off x="8483600" y="5086350"/>
              <a:ext cx="31800" cy="57300"/>
            </a:xfrm>
            <a:prstGeom prst="rect">
              <a:avLst/>
            </a:prstGeom>
            <a:solidFill>
              <a:srgbClr val="F25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13"/>
            <p:cNvSpPr/>
            <p:nvPr/>
          </p:nvSpPr>
          <p:spPr>
            <a:xfrm>
              <a:off x="8509000" y="5086350"/>
              <a:ext cx="31800" cy="57300"/>
            </a:xfrm>
            <a:prstGeom prst="rect">
              <a:avLst/>
            </a:prstGeom>
            <a:solidFill>
              <a:srgbClr val="F2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p13"/>
            <p:cNvSpPr/>
            <p:nvPr/>
          </p:nvSpPr>
          <p:spPr>
            <a:xfrm>
              <a:off x="8534400" y="5086350"/>
              <a:ext cx="31800" cy="57300"/>
            </a:xfrm>
            <a:prstGeom prst="rect">
              <a:avLst/>
            </a:prstGeom>
            <a:solidFill>
              <a:srgbClr val="F3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13"/>
            <p:cNvSpPr/>
            <p:nvPr/>
          </p:nvSpPr>
          <p:spPr>
            <a:xfrm>
              <a:off x="8559800" y="5086350"/>
              <a:ext cx="31800" cy="57300"/>
            </a:xfrm>
            <a:prstGeom prst="rect">
              <a:avLst/>
            </a:prstGeom>
            <a:solidFill>
              <a:srgbClr val="F3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13"/>
            <p:cNvSpPr/>
            <p:nvPr/>
          </p:nvSpPr>
          <p:spPr>
            <a:xfrm>
              <a:off x="8585200" y="5086350"/>
              <a:ext cx="31800" cy="57300"/>
            </a:xfrm>
            <a:prstGeom prst="rect">
              <a:avLst/>
            </a:prstGeom>
            <a:solidFill>
              <a:srgbClr val="F4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7" name="Google Shape;397;p13"/>
            <p:cNvSpPr/>
            <p:nvPr/>
          </p:nvSpPr>
          <p:spPr>
            <a:xfrm>
              <a:off x="8610600" y="5086350"/>
              <a:ext cx="31800" cy="57300"/>
            </a:xfrm>
            <a:prstGeom prst="rect">
              <a:avLst/>
            </a:prstGeom>
            <a:solidFill>
              <a:srgbClr val="F4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8" name="Google Shape;398;p13"/>
            <p:cNvSpPr/>
            <p:nvPr/>
          </p:nvSpPr>
          <p:spPr>
            <a:xfrm>
              <a:off x="8636000" y="5086350"/>
              <a:ext cx="31800" cy="57300"/>
            </a:xfrm>
            <a:prstGeom prst="rect">
              <a:avLst/>
            </a:prstGeom>
            <a:solidFill>
              <a:srgbClr val="F5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9" name="Google Shape;399;p13"/>
            <p:cNvSpPr/>
            <p:nvPr/>
          </p:nvSpPr>
          <p:spPr>
            <a:xfrm>
              <a:off x="8661400" y="5086350"/>
              <a:ext cx="31800" cy="57300"/>
            </a:xfrm>
            <a:prstGeom prst="rect">
              <a:avLst/>
            </a:prstGeom>
            <a:solidFill>
              <a:srgbClr val="F6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0" name="Google Shape;400;p13"/>
            <p:cNvSpPr/>
            <p:nvPr/>
          </p:nvSpPr>
          <p:spPr>
            <a:xfrm>
              <a:off x="8686800" y="5086350"/>
              <a:ext cx="31800" cy="57300"/>
            </a:xfrm>
            <a:prstGeom prst="rect">
              <a:avLst/>
            </a:prstGeom>
            <a:solidFill>
              <a:srgbClr val="F6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 name="Google Shape;401;p13"/>
            <p:cNvSpPr/>
            <p:nvPr/>
          </p:nvSpPr>
          <p:spPr>
            <a:xfrm>
              <a:off x="8712200" y="5086350"/>
              <a:ext cx="31800" cy="57300"/>
            </a:xfrm>
            <a:prstGeom prst="rect">
              <a:avLst/>
            </a:prstGeom>
            <a:solidFill>
              <a:srgbClr val="F7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13"/>
            <p:cNvSpPr/>
            <p:nvPr/>
          </p:nvSpPr>
          <p:spPr>
            <a:xfrm>
              <a:off x="8737600" y="5086350"/>
              <a:ext cx="31800" cy="57300"/>
            </a:xfrm>
            <a:prstGeom prst="rect">
              <a:avLst/>
            </a:prstGeom>
            <a:solidFill>
              <a:srgbClr val="F7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13"/>
            <p:cNvSpPr/>
            <p:nvPr/>
          </p:nvSpPr>
          <p:spPr>
            <a:xfrm>
              <a:off x="8763000" y="5086350"/>
              <a:ext cx="31800" cy="57300"/>
            </a:xfrm>
            <a:prstGeom prst="rect">
              <a:avLst/>
            </a:prstGeom>
            <a:solidFill>
              <a:srgbClr val="F8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 name="Google Shape;404;p13"/>
            <p:cNvSpPr/>
            <p:nvPr/>
          </p:nvSpPr>
          <p:spPr>
            <a:xfrm>
              <a:off x="8788400" y="5086350"/>
              <a:ext cx="31800" cy="57300"/>
            </a:xfrm>
            <a:prstGeom prst="rect">
              <a:avLst/>
            </a:prstGeom>
            <a:solidFill>
              <a:srgbClr val="F8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5" name="Google Shape;405;p13"/>
            <p:cNvSpPr/>
            <p:nvPr/>
          </p:nvSpPr>
          <p:spPr>
            <a:xfrm>
              <a:off x="8813800" y="5086350"/>
              <a:ext cx="31800" cy="57300"/>
            </a:xfrm>
            <a:prstGeom prst="rect">
              <a:avLst/>
            </a:prstGeom>
            <a:solidFill>
              <a:srgbClr val="F9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13"/>
            <p:cNvSpPr/>
            <p:nvPr/>
          </p:nvSpPr>
          <p:spPr>
            <a:xfrm>
              <a:off x="8839200" y="5086350"/>
              <a:ext cx="31800" cy="57300"/>
            </a:xfrm>
            <a:prstGeom prst="rect">
              <a:avLst/>
            </a:prstGeom>
            <a:solidFill>
              <a:srgbClr val="F9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13"/>
            <p:cNvSpPr/>
            <p:nvPr/>
          </p:nvSpPr>
          <p:spPr>
            <a:xfrm>
              <a:off x="8864600" y="5086350"/>
              <a:ext cx="31800" cy="57300"/>
            </a:xfrm>
            <a:prstGeom prst="rect">
              <a:avLst/>
            </a:prstGeom>
            <a:solidFill>
              <a:srgbClr val="FA53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13"/>
            <p:cNvSpPr/>
            <p:nvPr/>
          </p:nvSpPr>
          <p:spPr>
            <a:xfrm>
              <a:off x="8890000" y="5086350"/>
              <a:ext cx="31800" cy="57300"/>
            </a:xfrm>
            <a:prstGeom prst="rect">
              <a:avLst/>
            </a:prstGeom>
            <a:solidFill>
              <a:srgbClr val="FA53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13"/>
            <p:cNvSpPr/>
            <p:nvPr/>
          </p:nvSpPr>
          <p:spPr>
            <a:xfrm>
              <a:off x="8915400" y="5086350"/>
              <a:ext cx="31800" cy="57300"/>
            </a:xfrm>
            <a:prstGeom prst="rect">
              <a:avLst/>
            </a:prstGeom>
            <a:solidFill>
              <a:srgbClr val="FB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13"/>
            <p:cNvSpPr/>
            <p:nvPr/>
          </p:nvSpPr>
          <p:spPr>
            <a:xfrm>
              <a:off x="8940800" y="5086350"/>
              <a:ext cx="31800" cy="57300"/>
            </a:xfrm>
            <a:prstGeom prst="rect">
              <a:avLst/>
            </a:prstGeom>
            <a:solidFill>
              <a:srgbClr val="FB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13"/>
            <p:cNvSpPr/>
            <p:nvPr/>
          </p:nvSpPr>
          <p:spPr>
            <a:xfrm>
              <a:off x="8966200" y="5086350"/>
              <a:ext cx="31800" cy="573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13"/>
            <p:cNvSpPr/>
            <p:nvPr/>
          </p:nvSpPr>
          <p:spPr>
            <a:xfrm>
              <a:off x="8991600" y="5086350"/>
              <a:ext cx="31800" cy="573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13"/>
            <p:cNvSpPr/>
            <p:nvPr/>
          </p:nvSpPr>
          <p:spPr>
            <a:xfrm>
              <a:off x="9017000" y="5086350"/>
              <a:ext cx="31800" cy="57300"/>
            </a:xfrm>
            <a:prstGeom prst="rect">
              <a:avLst/>
            </a:prstGeom>
            <a:solidFill>
              <a:srgbClr val="FD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 name="Google Shape;414;p13"/>
            <p:cNvSpPr/>
            <p:nvPr/>
          </p:nvSpPr>
          <p:spPr>
            <a:xfrm>
              <a:off x="9042400" y="5086350"/>
              <a:ext cx="31800" cy="57300"/>
            </a:xfrm>
            <a:prstGeom prst="rect">
              <a:avLst/>
            </a:prstGeom>
            <a:solidFill>
              <a:srgbClr val="FD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13"/>
            <p:cNvSpPr/>
            <p:nvPr/>
          </p:nvSpPr>
          <p:spPr>
            <a:xfrm>
              <a:off x="9067800" y="5086350"/>
              <a:ext cx="31800" cy="57300"/>
            </a:xfrm>
            <a:prstGeom prst="rect">
              <a:avLst/>
            </a:prstGeom>
            <a:solidFill>
              <a:srgbClr val="FE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6" name="Google Shape;416;p13"/>
            <p:cNvSpPr/>
            <p:nvPr/>
          </p:nvSpPr>
          <p:spPr>
            <a:xfrm>
              <a:off x="9093200" y="5086350"/>
              <a:ext cx="31800" cy="57300"/>
            </a:xfrm>
            <a:prstGeom prst="rect">
              <a:avLst/>
            </a:prstGeom>
            <a:solidFill>
              <a:srgbClr val="FE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13"/>
            <p:cNvSpPr/>
            <p:nvPr/>
          </p:nvSpPr>
          <p:spPr>
            <a:xfrm>
              <a:off x="9118600" y="5086350"/>
              <a:ext cx="31800" cy="573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418" name="Google Shape;418;p13" title="logo_Google_for_Education_lockup_horizontal_RGB.png"/>
          <p:cNvPicPr preferRelativeResize="0"/>
          <p:nvPr/>
        </p:nvPicPr>
        <p:blipFill>
          <a:blip r:embed="rId4">
            <a:alphaModFix/>
          </a:blip>
          <a:stretch>
            <a:fillRect/>
          </a:stretch>
        </p:blipFill>
        <p:spPr>
          <a:xfrm>
            <a:off x="5985150" y="323750"/>
            <a:ext cx="2608101" cy="591775"/>
          </a:xfrm>
          <a:prstGeom prst="rect">
            <a:avLst/>
          </a:prstGeom>
          <a:noFill/>
          <a:ln>
            <a:noFill/>
          </a:ln>
        </p:spPr>
      </p:pic>
      <p:sp>
        <p:nvSpPr>
          <p:cNvPr id="419" name="Google Shape;419;p13"/>
          <p:cNvSpPr txBox="1"/>
          <p:nvPr/>
        </p:nvSpPr>
        <p:spPr>
          <a:xfrm>
            <a:off x="3160300" y="3552325"/>
            <a:ext cx="40875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rgbClr val="595959"/>
                </a:solidFill>
                <a:highlight>
                  <a:srgbClr val="FFFFFF"/>
                </a:highlight>
              </a:rPr>
              <a:t>Google for Education 認定トレーナー</a:t>
            </a:r>
            <a:br>
              <a:rPr lang="ja" sz="1800">
                <a:solidFill>
                  <a:srgbClr val="595959"/>
                </a:solidFill>
                <a:highlight>
                  <a:srgbClr val="FFFFFF"/>
                </a:highlight>
              </a:rPr>
            </a:br>
            <a:r>
              <a:rPr lang="ja" sz="1800">
                <a:solidFill>
                  <a:srgbClr val="595959"/>
                </a:solidFill>
                <a:highlight>
                  <a:srgbClr val="FFFFFF"/>
                </a:highlight>
              </a:rPr>
              <a:t> 　　　　　　　　</a:t>
            </a:r>
            <a:r>
              <a:rPr lang="ja" sz="2200">
                <a:solidFill>
                  <a:srgbClr val="595959"/>
                </a:solidFill>
                <a:highlight>
                  <a:srgbClr val="FFFFFF"/>
                </a:highlight>
              </a:rPr>
              <a:t>和 田 倫 周</a:t>
            </a:r>
            <a:endParaRPr sz="2200">
              <a:solidFill>
                <a:srgbClr val="595959"/>
              </a:solidFill>
              <a:highlight>
                <a:srgbClr val="FFFFFF"/>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sp>
        <p:nvSpPr>
          <p:cNvPr id="424" name="Google Shape;424;p14"/>
          <p:cNvSpPr txBox="1"/>
          <p:nvPr/>
        </p:nvSpPr>
        <p:spPr>
          <a:xfrm>
            <a:off x="238125" y="298500"/>
            <a:ext cx="7905900" cy="30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rgbClr val="333333"/>
                </a:solidFill>
                <a:latin typeface="Noto Sans JP"/>
                <a:ea typeface="Noto Sans JP"/>
                <a:cs typeface="Noto Sans JP"/>
                <a:sym typeface="Noto Sans JP"/>
              </a:rPr>
              <a:t>本日の研修アジェンダ</a:t>
            </a:r>
            <a:endParaRPr b="1" sz="2400">
              <a:solidFill>
                <a:srgbClr val="333333"/>
              </a:solidFill>
              <a:latin typeface="Noto Sans JP"/>
              <a:ea typeface="Noto Sans JP"/>
              <a:cs typeface="Noto Sans JP"/>
              <a:sym typeface="Noto Sans JP"/>
            </a:endParaRPr>
          </a:p>
        </p:txBody>
      </p:sp>
      <p:grpSp>
        <p:nvGrpSpPr>
          <p:cNvPr id="425" name="Google Shape;425;p14"/>
          <p:cNvGrpSpPr/>
          <p:nvPr/>
        </p:nvGrpSpPr>
        <p:grpSpPr>
          <a:xfrm>
            <a:off x="25400000" y="0"/>
            <a:ext cx="3816400" cy="38100"/>
            <a:chOff x="25400000" y="0"/>
            <a:chExt cx="3816400" cy="38100"/>
          </a:xfrm>
        </p:grpSpPr>
        <p:sp>
          <p:nvSpPr>
            <p:cNvPr id="426" name="Google Shape;426;p14"/>
            <p:cNvSpPr/>
            <p:nvPr/>
          </p:nvSpPr>
          <p:spPr>
            <a:xfrm>
              <a:off x="25400000" y="0"/>
              <a:ext cx="699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7" name="Google Shape;427;p14"/>
            <p:cNvSpPr/>
            <p:nvPr/>
          </p:nvSpPr>
          <p:spPr>
            <a:xfrm>
              <a:off x="25463500" y="0"/>
              <a:ext cx="69900" cy="381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8" name="Google Shape;428;p14"/>
            <p:cNvSpPr/>
            <p:nvPr/>
          </p:nvSpPr>
          <p:spPr>
            <a:xfrm>
              <a:off x="25527000" y="0"/>
              <a:ext cx="69900" cy="38100"/>
            </a:xfrm>
            <a:prstGeom prst="rect">
              <a:avLst/>
            </a:prstGeom>
            <a:solidFill>
              <a:srgbClr val="48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9" name="Google Shape;429;p14"/>
            <p:cNvSpPr/>
            <p:nvPr/>
          </p:nvSpPr>
          <p:spPr>
            <a:xfrm>
              <a:off x="25590500" y="0"/>
              <a:ext cx="69900" cy="38100"/>
            </a:xfrm>
            <a:prstGeom prst="rect">
              <a:avLst/>
            </a:prstGeom>
            <a:solidFill>
              <a:srgbClr val="4C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0" name="Google Shape;430;p14"/>
            <p:cNvSpPr/>
            <p:nvPr/>
          </p:nvSpPr>
          <p:spPr>
            <a:xfrm>
              <a:off x="25654000" y="0"/>
              <a:ext cx="69900" cy="38100"/>
            </a:xfrm>
            <a:prstGeom prst="rect">
              <a:avLst/>
            </a:prstGeom>
            <a:solidFill>
              <a:srgbClr val="4F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1" name="Google Shape;431;p14"/>
            <p:cNvSpPr/>
            <p:nvPr/>
          </p:nvSpPr>
          <p:spPr>
            <a:xfrm>
              <a:off x="25717500" y="0"/>
              <a:ext cx="69900" cy="381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p14"/>
            <p:cNvSpPr/>
            <p:nvPr/>
          </p:nvSpPr>
          <p:spPr>
            <a:xfrm>
              <a:off x="25781000" y="0"/>
              <a:ext cx="69900" cy="381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14"/>
            <p:cNvSpPr/>
            <p:nvPr/>
          </p:nvSpPr>
          <p:spPr>
            <a:xfrm>
              <a:off x="25844500" y="0"/>
              <a:ext cx="69900" cy="381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14"/>
            <p:cNvSpPr/>
            <p:nvPr/>
          </p:nvSpPr>
          <p:spPr>
            <a:xfrm>
              <a:off x="25908000" y="0"/>
              <a:ext cx="69900" cy="381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14"/>
            <p:cNvSpPr/>
            <p:nvPr/>
          </p:nvSpPr>
          <p:spPr>
            <a:xfrm>
              <a:off x="25971500" y="0"/>
              <a:ext cx="69900" cy="381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6" name="Google Shape;436;p14"/>
            <p:cNvSpPr/>
            <p:nvPr/>
          </p:nvSpPr>
          <p:spPr>
            <a:xfrm>
              <a:off x="26035000" y="0"/>
              <a:ext cx="69900" cy="381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 name="Google Shape;437;p14"/>
            <p:cNvSpPr/>
            <p:nvPr/>
          </p:nvSpPr>
          <p:spPr>
            <a:xfrm>
              <a:off x="26098500" y="0"/>
              <a:ext cx="69900" cy="38100"/>
            </a:xfrm>
            <a:prstGeom prst="rect">
              <a:avLst/>
            </a:prstGeom>
            <a:solidFill>
              <a:srgbClr val="65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14"/>
            <p:cNvSpPr/>
            <p:nvPr/>
          </p:nvSpPr>
          <p:spPr>
            <a:xfrm>
              <a:off x="26162000" y="0"/>
              <a:ext cx="69900" cy="381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14"/>
            <p:cNvSpPr/>
            <p:nvPr/>
          </p:nvSpPr>
          <p:spPr>
            <a:xfrm>
              <a:off x="26225500" y="0"/>
              <a:ext cx="69900" cy="381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14"/>
            <p:cNvSpPr/>
            <p:nvPr/>
          </p:nvSpPr>
          <p:spPr>
            <a:xfrm>
              <a:off x="26289000" y="0"/>
              <a:ext cx="69900" cy="381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14"/>
            <p:cNvSpPr/>
            <p:nvPr/>
          </p:nvSpPr>
          <p:spPr>
            <a:xfrm>
              <a:off x="26352500" y="0"/>
              <a:ext cx="69900" cy="381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14"/>
            <p:cNvSpPr/>
            <p:nvPr/>
          </p:nvSpPr>
          <p:spPr>
            <a:xfrm>
              <a:off x="26416000" y="0"/>
              <a:ext cx="69900" cy="38100"/>
            </a:xfrm>
            <a:prstGeom prst="rect">
              <a:avLst/>
            </a:prstGeom>
            <a:solidFill>
              <a:srgbClr val="75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14"/>
            <p:cNvSpPr/>
            <p:nvPr/>
          </p:nvSpPr>
          <p:spPr>
            <a:xfrm>
              <a:off x="26479500" y="0"/>
              <a:ext cx="69900" cy="381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14"/>
            <p:cNvSpPr/>
            <p:nvPr/>
          </p:nvSpPr>
          <p:spPr>
            <a:xfrm>
              <a:off x="26543000" y="0"/>
              <a:ext cx="69900" cy="381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14"/>
            <p:cNvSpPr/>
            <p:nvPr/>
          </p:nvSpPr>
          <p:spPr>
            <a:xfrm>
              <a:off x="26606500" y="0"/>
              <a:ext cx="69900" cy="381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14"/>
            <p:cNvSpPr/>
            <p:nvPr/>
          </p:nvSpPr>
          <p:spPr>
            <a:xfrm>
              <a:off x="26670000" y="0"/>
              <a:ext cx="69900" cy="38100"/>
            </a:xfrm>
            <a:prstGeom prst="rect">
              <a:avLst/>
            </a:prstGeom>
            <a:solidFill>
              <a:srgbClr val="82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14"/>
            <p:cNvSpPr/>
            <p:nvPr/>
          </p:nvSpPr>
          <p:spPr>
            <a:xfrm>
              <a:off x="26733500" y="0"/>
              <a:ext cx="69900" cy="381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14"/>
            <p:cNvSpPr/>
            <p:nvPr/>
          </p:nvSpPr>
          <p:spPr>
            <a:xfrm>
              <a:off x="26797000" y="0"/>
              <a:ext cx="69900" cy="381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9" name="Google Shape;449;p14"/>
            <p:cNvSpPr/>
            <p:nvPr/>
          </p:nvSpPr>
          <p:spPr>
            <a:xfrm>
              <a:off x="26860500" y="0"/>
              <a:ext cx="69900" cy="381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14"/>
            <p:cNvSpPr/>
            <p:nvPr/>
          </p:nvSpPr>
          <p:spPr>
            <a:xfrm>
              <a:off x="26924000" y="0"/>
              <a:ext cx="69900" cy="381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14"/>
            <p:cNvSpPr/>
            <p:nvPr/>
          </p:nvSpPr>
          <p:spPr>
            <a:xfrm>
              <a:off x="26987500" y="0"/>
              <a:ext cx="69900" cy="38100"/>
            </a:xfrm>
            <a:prstGeom prst="rect">
              <a:avLst/>
            </a:prstGeom>
            <a:solidFill>
              <a:srgbClr val="92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2" name="Google Shape;452;p14"/>
            <p:cNvSpPr/>
            <p:nvPr/>
          </p:nvSpPr>
          <p:spPr>
            <a:xfrm>
              <a:off x="27051000" y="0"/>
              <a:ext cx="69900" cy="381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14"/>
            <p:cNvSpPr/>
            <p:nvPr/>
          </p:nvSpPr>
          <p:spPr>
            <a:xfrm>
              <a:off x="27114500" y="0"/>
              <a:ext cx="69900" cy="381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4" name="Google Shape;454;p14"/>
            <p:cNvSpPr/>
            <p:nvPr/>
          </p:nvSpPr>
          <p:spPr>
            <a:xfrm>
              <a:off x="27178000" y="0"/>
              <a:ext cx="69900" cy="381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5" name="Google Shape;455;p14"/>
            <p:cNvSpPr/>
            <p:nvPr/>
          </p:nvSpPr>
          <p:spPr>
            <a:xfrm>
              <a:off x="27241500" y="0"/>
              <a:ext cx="69900" cy="381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14"/>
            <p:cNvSpPr/>
            <p:nvPr/>
          </p:nvSpPr>
          <p:spPr>
            <a:xfrm>
              <a:off x="27305000" y="0"/>
              <a:ext cx="69900" cy="381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14"/>
            <p:cNvSpPr/>
            <p:nvPr/>
          </p:nvSpPr>
          <p:spPr>
            <a:xfrm>
              <a:off x="27368500" y="0"/>
              <a:ext cx="69900" cy="381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8" name="Google Shape;458;p14"/>
            <p:cNvSpPr/>
            <p:nvPr/>
          </p:nvSpPr>
          <p:spPr>
            <a:xfrm>
              <a:off x="27432000" y="0"/>
              <a:ext cx="69900" cy="381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9" name="Google Shape;459;p14"/>
            <p:cNvSpPr/>
            <p:nvPr/>
          </p:nvSpPr>
          <p:spPr>
            <a:xfrm>
              <a:off x="27495500" y="0"/>
              <a:ext cx="69900" cy="381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0" name="Google Shape;460;p14"/>
            <p:cNvSpPr/>
            <p:nvPr/>
          </p:nvSpPr>
          <p:spPr>
            <a:xfrm>
              <a:off x="27559000" y="0"/>
              <a:ext cx="69900" cy="38100"/>
            </a:xfrm>
            <a:prstGeom prst="rect">
              <a:avLst/>
            </a:prstGeom>
            <a:solidFill>
              <a:srgbClr val="AF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1" name="Google Shape;461;p14"/>
            <p:cNvSpPr/>
            <p:nvPr/>
          </p:nvSpPr>
          <p:spPr>
            <a:xfrm>
              <a:off x="27622500" y="0"/>
              <a:ext cx="69900" cy="381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14"/>
            <p:cNvSpPr/>
            <p:nvPr/>
          </p:nvSpPr>
          <p:spPr>
            <a:xfrm>
              <a:off x="27686000" y="0"/>
              <a:ext cx="69900" cy="381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14"/>
            <p:cNvSpPr/>
            <p:nvPr/>
          </p:nvSpPr>
          <p:spPr>
            <a:xfrm>
              <a:off x="27749500" y="0"/>
              <a:ext cx="69900" cy="381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4" name="Google Shape;464;p14"/>
            <p:cNvSpPr/>
            <p:nvPr/>
          </p:nvSpPr>
          <p:spPr>
            <a:xfrm>
              <a:off x="27813000" y="0"/>
              <a:ext cx="69900" cy="381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5" name="Google Shape;465;p14"/>
            <p:cNvSpPr/>
            <p:nvPr/>
          </p:nvSpPr>
          <p:spPr>
            <a:xfrm>
              <a:off x="27876500" y="0"/>
              <a:ext cx="69900" cy="38100"/>
            </a:xfrm>
            <a:prstGeom prst="rect">
              <a:avLst/>
            </a:prstGeom>
            <a:solidFill>
              <a:srgbClr val="BF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6" name="Google Shape;466;p14"/>
            <p:cNvSpPr/>
            <p:nvPr/>
          </p:nvSpPr>
          <p:spPr>
            <a:xfrm>
              <a:off x="27940000" y="0"/>
              <a:ext cx="69900" cy="381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7" name="Google Shape;467;p14"/>
            <p:cNvSpPr/>
            <p:nvPr/>
          </p:nvSpPr>
          <p:spPr>
            <a:xfrm>
              <a:off x="28003500" y="0"/>
              <a:ext cx="69900" cy="381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8" name="Google Shape;468;p14"/>
            <p:cNvSpPr/>
            <p:nvPr/>
          </p:nvSpPr>
          <p:spPr>
            <a:xfrm>
              <a:off x="28067000" y="0"/>
              <a:ext cx="69900" cy="381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 name="Google Shape;469;p14"/>
            <p:cNvSpPr/>
            <p:nvPr/>
          </p:nvSpPr>
          <p:spPr>
            <a:xfrm>
              <a:off x="28130500" y="0"/>
              <a:ext cx="69900" cy="38100"/>
            </a:xfrm>
            <a:prstGeom prst="rect">
              <a:avLst/>
            </a:prstGeom>
            <a:solidFill>
              <a:srgbClr val="CC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 name="Google Shape;470;p14"/>
            <p:cNvSpPr/>
            <p:nvPr/>
          </p:nvSpPr>
          <p:spPr>
            <a:xfrm>
              <a:off x="28194000" y="0"/>
              <a:ext cx="69900" cy="381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 name="Google Shape;471;p14"/>
            <p:cNvSpPr/>
            <p:nvPr/>
          </p:nvSpPr>
          <p:spPr>
            <a:xfrm>
              <a:off x="28257500" y="0"/>
              <a:ext cx="69900" cy="381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 name="Google Shape;472;p14"/>
            <p:cNvSpPr/>
            <p:nvPr/>
          </p:nvSpPr>
          <p:spPr>
            <a:xfrm>
              <a:off x="28321000" y="0"/>
              <a:ext cx="69900" cy="381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p14"/>
            <p:cNvSpPr/>
            <p:nvPr/>
          </p:nvSpPr>
          <p:spPr>
            <a:xfrm>
              <a:off x="28384500" y="0"/>
              <a:ext cx="69900" cy="381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14"/>
            <p:cNvSpPr/>
            <p:nvPr/>
          </p:nvSpPr>
          <p:spPr>
            <a:xfrm>
              <a:off x="28448000" y="0"/>
              <a:ext cx="69900" cy="38100"/>
            </a:xfrm>
            <a:prstGeom prst="rect">
              <a:avLst/>
            </a:prstGeom>
            <a:solidFill>
              <a:srgbClr val="DC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14"/>
            <p:cNvSpPr/>
            <p:nvPr/>
          </p:nvSpPr>
          <p:spPr>
            <a:xfrm>
              <a:off x="28511500" y="0"/>
              <a:ext cx="69900" cy="381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14"/>
            <p:cNvSpPr/>
            <p:nvPr/>
          </p:nvSpPr>
          <p:spPr>
            <a:xfrm>
              <a:off x="28575000" y="0"/>
              <a:ext cx="69900" cy="381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7" name="Google Shape;477;p14"/>
            <p:cNvSpPr/>
            <p:nvPr/>
          </p:nvSpPr>
          <p:spPr>
            <a:xfrm>
              <a:off x="28638500" y="0"/>
              <a:ext cx="69900" cy="381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14"/>
            <p:cNvSpPr/>
            <p:nvPr/>
          </p:nvSpPr>
          <p:spPr>
            <a:xfrm>
              <a:off x="28702000" y="0"/>
              <a:ext cx="69900" cy="381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14"/>
            <p:cNvSpPr/>
            <p:nvPr/>
          </p:nvSpPr>
          <p:spPr>
            <a:xfrm>
              <a:off x="28765500" y="0"/>
              <a:ext cx="69900" cy="381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14"/>
            <p:cNvSpPr/>
            <p:nvPr/>
          </p:nvSpPr>
          <p:spPr>
            <a:xfrm>
              <a:off x="28829000" y="0"/>
              <a:ext cx="69900" cy="381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14"/>
            <p:cNvSpPr/>
            <p:nvPr/>
          </p:nvSpPr>
          <p:spPr>
            <a:xfrm>
              <a:off x="28892500" y="0"/>
              <a:ext cx="69900" cy="38100"/>
            </a:xfrm>
            <a:prstGeom prst="rect">
              <a:avLst/>
            </a:prstGeom>
            <a:solidFill>
              <a:srgbClr val="F2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14"/>
            <p:cNvSpPr/>
            <p:nvPr/>
          </p:nvSpPr>
          <p:spPr>
            <a:xfrm>
              <a:off x="28956000" y="0"/>
              <a:ext cx="69900" cy="38100"/>
            </a:xfrm>
            <a:prstGeom prst="rect">
              <a:avLst/>
            </a:prstGeom>
            <a:solidFill>
              <a:srgbClr val="F5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14"/>
            <p:cNvSpPr/>
            <p:nvPr/>
          </p:nvSpPr>
          <p:spPr>
            <a:xfrm>
              <a:off x="29019500" y="0"/>
              <a:ext cx="69900" cy="38100"/>
            </a:xfrm>
            <a:prstGeom prst="rect">
              <a:avLst/>
            </a:prstGeom>
            <a:solidFill>
              <a:srgbClr val="F9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 name="Google Shape;484;p14"/>
            <p:cNvSpPr/>
            <p:nvPr/>
          </p:nvSpPr>
          <p:spPr>
            <a:xfrm>
              <a:off x="29083000" y="0"/>
              <a:ext cx="69900" cy="381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14"/>
            <p:cNvSpPr/>
            <p:nvPr/>
          </p:nvSpPr>
          <p:spPr>
            <a:xfrm>
              <a:off x="29146500" y="0"/>
              <a:ext cx="69900" cy="381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86" name="Google Shape;486;p14"/>
          <p:cNvGrpSpPr/>
          <p:nvPr/>
        </p:nvGrpSpPr>
        <p:grpSpPr>
          <a:xfrm>
            <a:off x="238125" y="762000"/>
            <a:ext cx="3175000" cy="38100"/>
            <a:chOff x="238125" y="762000"/>
            <a:chExt cx="3175000" cy="38100"/>
          </a:xfrm>
        </p:grpSpPr>
        <p:sp>
          <p:nvSpPr>
            <p:cNvPr id="487" name="Google Shape;487;p14"/>
            <p:cNvSpPr/>
            <p:nvPr/>
          </p:nvSpPr>
          <p:spPr>
            <a:xfrm>
              <a:off x="238125" y="762000"/>
              <a:ext cx="38100" cy="38100"/>
            </a:xfrm>
            <a:prstGeom prst="ellipse">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 name="Google Shape;488;p14"/>
            <p:cNvSpPr/>
            <p:nvPr/>
          </p:nvSpPr>
          <p:spPr>
            <a:xfrm>
              <a:off x="3375025" y="762000"/>
              <a:ext cx="38100" cy="38100"/>
            </a:xfrm>
            <a:prstGeom prst="ellipse">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89" name="Google Shape;489;p14"/>
            <p:cNvGrpSpPr/>
            <p:nvPr/>
          </p:nvGrpSpPr>
          <p:grpSpPr>
            <a:xfrm>
              <a:off x="257175" y="762000"/>
              <a:ext cx="3137081" cy="38100"/>
              <a:chOff x="25400000" y="0"/>
              <a:chExt cx="3816400" cy="38100"/>
            </a:xfrm>
          </p:grpSpPr>
          <p:sp>
            <p:nvSpPr>
              <p:cNvPr id="490" name="Google Shape;490;p14"/>
              <p:cNvSpPr/>
              <p:nvPr/>
            </p:nvSpPr>
            <p:spPr>
              <a:xfrm>
                <a:off x="25400000" y="0"/>
                <a:ext cx="699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1" name="Google Shape;491;p14"/>
              <p:cNvSpPr/>
              <p:nvPr/>
            </p:nvSpPr>
            <p:spPr>
              <a:xfrm>
                <a:off x="25463500" y="0"/>
                <a:ext cx="69900" cy="381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2" name="Google Shape;492;p14"/>
              <p:cNvSpPr/>
              <p:nvPr/>
            </p:nvSpPr>
            <p:spPr>
              <a:xfrm>
                <a:off x="25527000" y="0"/>
                <a:ext cx="69900" cy="38100"/>
              </a:xfrm>
              <a:prstGeom prst="rect">
                <a:avLst/>
              </a:prstGeom>
              <a:solidFill>
                <a:srgbClr val="48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14"/>
              <p:cNvSpPr/>
              <p:nvPr/>
            </p:nvSpPr>
            <p:spPr>
              <a:xfrm>
                <a:off x="25590500" y="0"/>
                <a:ext cx="69900" cy="38100"/>
              </a:xfrm>
              <a:prstGeom prst="rect">
                <a:avLst/>
              </a:prstGeom>
              <a:solidFill>
                <a:srgbClr val="4C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4" name="Google Shape;494;p14"/>
              <p:cNvSpPr/>
              <p:nvPr/>
            </p:nvSpPr>
            <p:spPr>
              <a:xfrm>
                <a:off x="25654000" y="0"/>
                <a:ext cx="69900" cy="38100"/>
              </a:xfrm>
              <a:prstGeom prst="rect">
                <a:avLst/>
              </a:prstGeom>
              <a:solidFill>
                <a:srgbClr val="4F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14"/>
              <p:cNvSpPr/>
              <p:nvPr/>
            </p:nvSpPr>
            <p:spPr>
              <a:xfrm>
                <a:off x="25717500" y="0"/>
                <a:ext cx="69900" cy="381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14"/>
              <p:cNvSpPr/>
              <p:nvPr/>
            </p:nvSpPr>
            <p:spPr>
              <a:xfrm>
                <a:off x="25781000" y="0"/>
                <a:ext cx="69900" cy="381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7" name="Google Shape;497;p14"/>
              <p:cNvSpPr/>
              <p:nvPr/>
            </p:nvSpPr>
            <p:spPr>
              <a:xfrm>
                <a:off x="25844500" y="0"/>
                <a:ext cx="69900" cy="381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 name="Google Shape;498;p14"/>
              <p:cNvSpPr/>
              <p:nvPr/>
            </p:nvSpPr>
            <p:spPr>
              <a:xfrm>
                <a:off x="25908000" y="0"/>
                <a:ext cx="69900" cy="381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9" name="Google Shape;499;p14"/>
              <p:cNvSpPr/>
              <p:nvPr/>
            </p:nvSpPr>
            <p:spPr>
              <a:xfrm>
                <a:off x="25971500" y="0"/>
                <a:ext cx="69900" cy="381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 name="Google Shape;500;p14"/>
              <p:cNvSpPr/>
              <p:nvPr/>
            </p:nvSpPr>
            <p:spPr>
              <a:xfrm>
                <a:off x="26035000" y="0"/>
                <a:ext cx="69900" cy="381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1" name="Google Shape;501;p14"/>
              <p:cNvSpPr/>
              <p:nvPr/>
            </p:nvSpPr>
            <p:spPr>
              <a:xfrm>
                <a:off x="26098500" y="0"/>
                <a:ext cx="69900" cy="38100"/>
              </a:xfrm>
              <a:prstGeom prst="rect">
                <a:avLst/>
              </a:prstGeom>
              <a:solidFill>
                <a:srgbClr val="65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2" name="Google Shape;502;p14"/>
              <p:cNvSpPr/>
              <p:nvPr/>
            </p:nvSpPr>
            <p:spPr>
              <a:xfrm>
                <a:off x="26162000" y="0"/>
                <a:ext cx="69900" cy="381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3" name="Google Shape;503;p14"/>
              <p:cNvSpPr/>
              <p:nvPr/>
            </p:nvSpPr>
            <p:spPr>
              <a:xfrm>
                <a:off x="26225500" y="0"/>
                <a:ext cx="69900" cy="381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4" name="Google Shape;504;p14"/>
              <p:cNvSpPr/>
              <p:nvPr/>
            </p:nvSpPr>
            <p:spPr>
              <a:xfrm>
                <a:off x="26289000" y="0"/>
                <a:ext cx="69900" cy="381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5" name="Google Shape;505;p14"/>
              <p:cNvSpPr/>
              <p:nvPr/>
            </p:nvSpPr>
            <p:spPr>
              <a:xfrm>
                <a:off x="26352500" y="0"/>
                <a:ext cx="69900" cy="381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14"/>
              <p:cNvSpPr/>
              <p:nvPr/>
            </p:nvSpPr>
            <p:spPr>
              <a:xfrm>
                <a:off x="26416000" y="0"/>
                <a:ext cx="69900" cy="38100"/>
              </a:xfrm>
              <a:prstGeom prst="rect">
                <a:avLst/>
              </a:prstGeom>
              <a:solidFill>
                <a:srgbClr val="75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14"/>
              <p:cNvSpPr/>
              <p:nvPr/>
            </p:nvSpPr>
            <p:spPr>
              <a:xfrm>
                <a:off x="26479500" y="0"/>
                <a:ext cx="69900" cy="381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8" name="Google Shape;508;p14"/>
              <p:cNvSpPr/>
              <p:nvPr/>
            </p:nvSpPr>
            <p:spPr>
              <a:xfrm>
                <a:off x="26543000" y="0"/>
                <a:ext cx="69900" cy="381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14"/>
              <p:cNvSpPr/>
              <p:nvPr/>
            </p:nvSpPr>
            <p:spPr>
              <a:xfrm>
                <a:off x="26606500" y="0"/>
                <a:ext cx="69900" cy="381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14"/>
              <p:cNvSpPr/>
              <p:nvPr/>
            </p:nvSpPr>
            <p:spPr>
              <a:xfrm>
                <a:off x="26670000" y="0"/>
                <a:ext cx="69900" cy="38100"/>
              </a:xfrm>
              <a:prstGeom prst="rect">
                <a:avLst/>
              </a:prstGeom>
              <a:solidFill>
                <a:srgbClr val="82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1" name="Google Shape;511;p14"/>
              <p:cNvSpPr/>
              <p:nvPr/>
            </p:nvSpPr>
            <p:spPr>
              <a:xfrm>
                <a:off x="26733500" y="0"/>
                <a:ext cx="69900" cy="381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 name="Google Shape;512;p14"/>
              <p:cNvSpPr/>
              <p:nvPr/>
            </p:nvSpPr>
            <p:spPr>
              <a:xfrm>
                <a:off x="26797000" y="0"/>
                <a:ext cx="69900" cy="381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3" name="Google Shape;513;p14"/>
              <p:cNvSpPr/>
              <p:nvPr/>
            </p:nvSpPr>
            <p:spPr>
              <a:xfrm>
                <a:off x="26860500" y="0"/>
                <a:ext cx="69900" cy="381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4" name="Google Shape;514;p14"/>
              <p:cNvSpPr/>
              <p:nvPr/>
            </p:nvSpPr>
            <p:spPr>
              <a:xfrm>
                <a:off x="26924000" y="0"/>
                <a:ext cx="69900" cy="381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5" name="Google Shape;515;p14"/>
              <p:cNvSpPr/>
              <p:nvPr/>
            </p:nvSpPr>
            <p:spPr>
              <a:xfrm>
                <a:off x="26987500" y="0"/>
                <a:ext cx="69900" cy="38100"/>
              </a:xfrm>
              <a:prstGeom prst="rect">
                <a:avLst/>
              </a:prstGeom>
              <a:solidFill>
                <a:srgbClr val="92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14"/>
              <p:cNvSpPr/>
              <p:nvPr/>
            </p:nvSpPr>
            <p:spPr>
              <a:xfrm>
                <a:off x="27051000" y="0"/>
                <a:ext cx="69900" cy="381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7" name="Google Shape;517;p14"/>
              <p:cNvSpPr/>
              <p:nvPr/>
            </p:nvSpPr>
            <p:spPr>
              <a:xfrm>
                <a:off x="27114500" y="0"/>
                <a:ext cx="69900" cy="381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8" name="Google Shape;518;p14"/>
              <p:cNvSpPr/>
              <p:nvPr/>
            </p:nvSpPr>
            <p:spPr>
              <a:xfrm>
                <a:off x="27178000" y="0"/>
                <a:ext cx="69900" cy="381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9" name="Google Shape;519;p14"/>
              <p:cNvSpPr/>
              <p:nvPr/>
            </p:nvSpPr>
            <p:spPr>
              <a:xfrm>
                <a:off x="27241500" y="0"/>
                <a:ext cx="69900" cy="381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14"/>
              <p:cNvSpPr/>
              <p:nvPr/>
            </p:nvSpPr>
            <p:spPr>
              <a:xfrm>
                <a:off x="27305000" y="0"/>
                <a:ext cx="69900" cy="381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14"/>
              <p:cNvSpPr/>
              <p:nvPr/>
            </p:nvSpPr>
            <p:spPr>
              <a:xfrm>
                <a:off x="27368500" y="0"/>
                <a:ext cx="69900" cy="381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14"/>
              <p:cNvSpPr/>
              <p:nvPr/>
            </p:nvSpPr>
            <p:spPr>
              <a:xfrm>
                <a:off x="27432000" y="0"/>
                <a:ext cx="69900" cy="381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14"/>
              <p:cNvSpPr/>
              <p:nvPr/>
            </p:nvSpPr>
            <p:spPr>
              <a:xfrm>
                <a:off x="27495500" y="0"/>
                <a:ext cx="69900" cy="381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4" name="Google Shape;524;p14"/>
              <p:cNvSpPr/>
              <p:nvPr/>
            </p:nvSpPr>
            <p:spPr>
              <a:xfrm>
                <a:off x="27559000" y="0"/>
                <a:ext cx="69900" cy="38100"/>
              </a:xfrm>
              <a:prstGeom prst="rect">
                <a:avLst/>
              </a:prstGeom>
              <a:solidFill>
                <a:srgbClr val="AF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5" name="Google Shape;525;p14"/>
              <p:cNvSpPr/>
              <p:nvPr/>
            </p:nvSpPr>
            <p:spPr>
              <a:xfrm>
                <a:off x="27622500" y="0"/>
                <a:ext cx="69900" cy="381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6" name="Google Shape;526;p14"/>
              <p:cNvSpPr/>
              <p:nvPr/>
            </p:nvSpPr>
            <p:spPr>
              <a:xfrm>
                <a:off x="27686000" y="0"/>
                <a:ext cx="69900" cy="381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7" name="Google Shape;527;p14"/>
              <p:cNvSpPr/>
              <p:nvPr/>
            </p:nvSpPr>
            <p:spPr>
              <a:xfrm>
                <a:off x="27749500" y="0"/>
                <a:ext cx="69900" cy="381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14"/>
              <p:cNvSpPr/>
              <p:nvPr/>
            </p:nvSpPr>
            <p:spPr>
              <a:xfrm>
                <a:off x="27813000" y="0"/>
                <a:ext cx="69900" cy="381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14"/>
              <p:cNvSpPr/>
              <p:nvPr/>
            </p:nvSpPr>
            <p:spPr>
              <a:xfrm>
                <a:off x="27876500" y="0"/>
                <a:ext cx="69900" cy="38100"/>
              </a:xfrm>
              <a:prstGeom prst="rect">
                <a:avLst/>
              </a:prstGeom>
              <a:solidFill>
                <a:srgbClr val="BF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0" name="Google Shape;530;p14"/>
              <p:cNvSpPr/>
              <p:nvPr/>
            </p:nvSpPr>
            <p:spPr>
              <a:xfrm>
                <a:off x="27940000" y="0"/>
                <a:ext cx="69900" cy="381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1" name="Google Shape;531;p14"/>
              <p:cNvSpPr/>
              <p:nvPr/>
            </p:nvSpPr>
            <p:spPr>
              <a:xfrm>
                <a:off x="28003500" y="0"/>
                <a:ext cx="69900" cy="381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14"/>
              <p:cNvSpPr/>
              <p:nvPr/>
            </p:nvSpPr>
            <p:spPr>
              <a:xfrm>
                <a:off x="28067000" y="0"/>
                <a:ext cx="69900" cy="381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14"/>
              <p:cNvSpPr/>
              <p:nvPr/>
            </p:nvSpPr>
            <p:spPr>
              <a:xfrm>
                <a:off x="28130500" y="0"/>
                <a:ext cx="69900" cy="38100"/>
              </a:xfrm>
              <a:prstGeom prst="rect">
                <a:avLst/>
              </a:prstGeom>
              <a:solidFill>
                <a:srgbClr val="CC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14"/>
              <p:cNvSpPr/>
              <p:nvPr/>
            </p:nvSpPr>
            <p:spPr>
              <a:xfrm>
                <a:off x="28194000" y="0"/>
                <a:ext cx="69900" cy="381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5" name="Google Shape;535;p14"/>
              <p:cNvSpPr/>
              <p:nvPr/>
            </p:nvSpPr>
            <p:spPr>
              <a:xfrm>
                <a:off x="28257500" y="0"/>
                <a:ext cx="69900" cy="381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6" name="Google Shape;536;p14"/>
              <p:cNvSpPr/>
              <p:nvPr/>
            </p:nvSpPr>
            <p:spPr>
              <a:xfrm>
                <a:off x="28321000" y="0"/>
                <a:ext cx="69900" cy="381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 name="Google Shape;537;p14"/>
              <p:cNvSpPr/>
              <p:nvPr/>
            </p:nvSpPr>
            <p:spPr>
              <a:xfrm>
                <a:off x="28384500" y="0"/>
                <a:ext cx="69900" cy="381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8" name="Google Shape;538;p14"/>
              <p:cNvSpPr/>
              <p:nvPr/>
            </p:nvSpPr>
            <p:spPr>
              <a:xfrm>
                <a:off x="28448000" y="0"/>
                <a:ext cx="69900" cy="38100"/>
              </a:xfrm>
              <a:prstGeom prst="rect">
                <a:avLst/>
              </a:prstGeom>
              <a:solidFill>
                <a:srgbClr val="DC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9" name="Google Shape;539;p14"/>
              <p:cNvSpPr/>
              <p:nvPr/>
            </p:nvSpPr>
            <p:spPr>
              <a:xfrm>
                <a:off x="28511500" y="0"/>
                <a:ext cx="69900" cy="381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0" name="Google Shape;540;p14"/>
              <p:cNvSpPr/>
              <p:nvPr/>
            </p:nvSpPr>
            <p:spPr>
              <a:xfrm>
                <a:off x="28575000" y="0"/>
                <a:ext cx="69900" cy="381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14"/>
              <p:cNvSpPr/>
              <p:nvPr/>
            </p:nvSpPr>
            <p:spPr>
              <a:xfrm>
                <a:off x="28638500" y="0"/>
                <a:ext cx="69900" cy="381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14"/>
              <p:cNvSpPr/>
              <p:nvPr/>
            </p:nvSpPr>
            <p:spPr>
              <a:xfrm>
                <a:off x="28702000" y="0"/>
                <a:ext cx="69900" cy="381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14"/>
              <p:cNvSpPr/>
              <p:nvPr/>
            </p:nvSpPr>
            <p:spPr>
              <a:xfrm>
                <a:off x="28765500" y="0"/>
                <a:ext cx="69900" cy="381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14"/>
              <p:cNvSpPr/>
              <p:nvPr/>
            </p:nvSpPr>
            <p:spPr>
              <a:xfrm>
                <a:off x="28829000" y="0"/>
                <a:ext cx="69900" cy="381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14"/>
              <p:cNvSpPr/>
              <p:nvPr/>
            </p:nvSpPr>
            <p:spPr>
              <a:xfrm>
                <a:off x="28892500" y="0"/>
                <a:ext cx="69900" cy="38100"/>
              </a:xfrm>
              <a:prstGeom prst="rect">
                <a:avLst/>
              </a:prstGeom>
              <a:solidFill>
                <a:srgbClr val="F2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14"/>
              <p:cNvSpPr/>
              <p:nvPr/>
            </p:nvSpPr>
            <p:spPr>
              <a:xfrm>
                <a:off x="28956000" y="0"/>
                <a:ext cx="69900" cy="38100"/>
              </a:xfrm>
              <a:prstGeom prst="rect">
                <a:avLst/>
              </a:prstGeom>
              <a:solidFill>
                <a:srgbClr val="F5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14"/>
              <p:cNvSpPr/>
              <p:nvPr/>
            </p:nvSpPr>
            <p:spPr>
              <a:xfrm>
                <a:off x="29019500" y="0"/>
                <a:ext cx="69900" cy="38100"/>
              </a:xfrm>
              <a:prstGeom prst="rect">
                <a:avLst/>
              </a:prstGeom>
              <a:solidFill>
                <a:srgbClr val="F9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8" name="Google Shape;548;p14"/>
              <p:cNvSpPr/>
              <p:nvPr/>
            </p:nvSpPr>
            <p:spPr>
              <a:xfrm>
                <a:off x="29083000" y="0"/>
                <a:ext cx="69900" cy="381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9" name="Google Shape;549;p14"/>
              <p:cNvSpPr/>
              <p:nvPr/>
            </p:nvSpPr>
            <p:spPr>
              <a:xfrm>
                <a:off x="29146500" y="0"/>
                <a:ext cx="69900" cy="381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550" name="Google Shape;550;p14"/>
          <p:cNvSpPr txBox="1"/>
          <p:nvPr/>
        </p:nvSpPr>
        <p:spPr>
          <a:xfrm>
            <a:off x="238125" y="857250"/>
            <a:ext cx="52761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rgbClr val="333333"/>
                </a:solidFill>
                <a:latin typeface="Noto Sans JP"/>
                <a:ea typeface="Noto Sans JP"/>
                <a:cs typeface="Noto Sans JP"/>
                <a:sym typeface="Noto Sans JP"/>
              </a:rPr>
              <a:t>つなぐ・残す・届け直すステップを体系的に学びます</a:t>
            </a:r>
            <a:endParaRPr sz="1600">
              <a:solidFill>
                <a:srgbClr val="333333"/>
              </a:solidFill>
              <a:latin typeface="Noto Sans JP"/>
              <a:ea typeface="Noto Sans JP"/>
              <a:cs typeface="Noto Sans JP"/>
              <a:sym typeface="Noto Sans JP"/>
            </a:endParaRPr>
          </a:p>
        </p:txBody>
      </p:sp>
      <p:sp>
        <p:nvSpPr>
          <p:cNvPr id="551" name="Google Shape;551;p14"/>
          <p:cNvSpPr/>
          <p:nvPr/>
        </p:nvSpPr>
        <p:spPr>
          <a:xfrm>
            <a:off x="790700" y="1514071"/>
            <a:ext cx="411300" cy="306300"/>
          </a:xfrm>
          <a:prstGeom prst="rect">
            <a:avLst/>
          </a:prstGeom>
          <a:solidFill>
            <a:srgbClr val="6D17EE"/>
          </a:solidFill>
          <a:ln>
            <a:noFill/>
          </a:ln>
        </p:spPr>
        <p:txBody>
          <a:bodyPr anchorCtr="0" anchor="ctr" bIns="104975" lIns="104975" spcFirstLastPara="1" rIns="104975" wrap="square" tIns="104975">
            <a:noAutofit/>
          </a:bodyPr>
          <a:lstStyle/>
          <a:p>
            <a:pPr indent="0" lvl="0" marL="0" rtl="0" algn="ctr">
              <a:spcBef>
                <a:spcPts val="0"/>
              </a:spcBef>
              <a:spcAft>
                <a:spcPts val="0"/>
              </a:spcAft>
              <a:buNone/>
            </a:pPr>
            <a:r>
              <a:rPr b="1" lang="ja" sz="1837">
                <a:solidFill>
                  <a:srgbClr val="FEFEFE"/>
                </a:solidFill>
                <a:latin typeface="Noto Sans JP"/>
                <a:ea typeface="Noto Sans JP"/>
                <a:cs typeface="Noto Sans JP"/>
                <a:sym typeface="Noto Sans JP"/>
              </a:rPr>
              <a:t>1</a:t>
            </a:r>
            <a:endParaRPr b="1" sz="1837">
              <a:solidFill>
                <a:srgbClr val="FEFEFE"/>
              </a:solidFill>
              <a:latin typeface="Noto Sans JP"/>
              <a:ea typeface="Noto Sans JP"/>
              <a:cs typeface="Noto Sans JP"/>
              <a:sym typeface="Noto Sans JP"/>
            </a:endParaRPr>
          </a:p>
        </p:txBody>
      </p:sp>
      <p:sp>
        <p:nvSpPr>
          <p:cNvPr id="552" name="Google Shape;552;p14"/>
          <p:cNvSpPr txBox="1"/>
          <p:nvPr/>
        </p:nvSpPr>
        <p:spPr>
          <a:xfrm>
            <a:off x="1352095" y="1492200"/>
            <a:ext cx="6367200" cy="349800"/>
          </a:xfrm>
          <a:prstGeom prst="rect">
            <a:avLst/>
          </a:prstGeom>
          <a:noFill/>
          <a:ln>
            <a:noFill/>
          </a:ln>
        </p:spPr>
        <p:txBody>
          <a:bodyPr anchorCtr="0" anchor="ctr" bIns="104975" lIns="104975" spcFirstLastPara="1" rIns="104975" wrap="square" tIns="104975">
            <a:noAutofit/>
          </a:bodyPr>
          <a:lstStyle/>
          <a:p>
            <a:pPr indent="0" lvl="0" marL="0" rtl="0" algn="l">
              <a:spcBef>
                <a:spcPts val="0"/>
              </a:spcBef>
              <a:spcAft>
                <a:spcPts val="0"/>
              </a:spcAft>
              <a:buNone/>
            </a:pPr>
            <a:r>
              <a:rPr b="1" lang="ja" sz="2067">
                <a:solidFill>
                  <a:srgbClr val="333333"/>
                </a:solidFill>
                <a:latin typeface="Noto Sans JP"/>
                <a:ea typeface="Noto Sans JP"/>
                <a:cs typeface="Noto Sans JP"/>
                <a:sym typeface="Noto Sans JP"/>
              </a:rPr>
              <a:t>「学びの保障」の基本方針</a:t>
            </a:r>
            <a:endParaRPr b="1" sz="2067">
              <a:solidFill>
                <a:srgbClr val="333333"/>
              </a:solidFill>
              <a:latin typeface="Noto Sans JP"/>
              <a:ea typeface="Noto Sans JP"/>
              <a:cs typeface="Noto Sans JP"/>
              <a:sym typeface="Noto Sans JP"/>
            </a:endParaRPr>
          </a:p>
        </p:txBody>
      </p:sp>
      <p:sp>
        <p:nvSpPr>
          <p:cNvPr id="553" name="Google Shape;553;p14"/>
          <p:cNvSpPr/>
          <p:nvPr/>
        </p:nvSpPr>
        <p:spPr>
          <a:xfrm>
            <a:off x="790700" y="2170198"/>
            <a:ext cx="411300" cy="306300"/>
          </a:xfrm>
          <a:prstGeom prst="rect">
            <a:avLst/>
          </a:prstGeom>
          <a:solidFill>
            <a:srgbClr val="6D17EE"/>
          </a:solidFill>
          <a:ln>
            <a:noFill/>
          </a:ln>
        </p:spPr>
        <p:txBody>
          <a:bodyPr anchorCtr="0" anchor="ctr" bIns="104975" lIns="104975" spcFirstLastPara="1" rIns="104975" wrap="square" tIns="104975">
            <a:noAutofit/>
          </a:bodyPr>
          <a:lstStyle/>
          <a:p>
            <a:pPr indent="0" lvl="0" marL="0" rtl="0" algn="ctr">
              <a:spcBef>
                <a:spcPts val="0"/>
              </a:spcBef>
              <a:spcAft>
                <a:spcPts val="0"/>
              </a:spcAft>
              <a:buNone/>
            </a:pPr>
            <a:r>
              <a:rPr b="1" lang="ja" sz="1837">
                <a:solidFill>
                  <a:srgbClr val="FEFEFE"/>
                </a:solidFill>
                <a:latin typeface="Noto Sans JP"/>
                <a:ea typeface="Noto Sans JP"/>
                <a:cs typeface="Noto Sans JP"/>
                <a:sym typeface="Noto Sans JP"/>
              </a:rPr>
              <a:t>2</a:t>
            </a:r>
            <a:endParaRPr b="1" sz="1837">
              <a:solidFill>
                <a:srgbClr val="FEFEFE"/>
              </a:solidFill>
              <a:latin typeface="Noto Sans JP"/>
              <a:ea typeface="Noto Sans JP"/>
              <a:cs typeface="Noto Sans JP"/>
              <a:sym typeface="Noto Sans JP"/>
            </a:endParaRPr>
          </a:p>
        </p:txBody>
      </p:sp>
      <p:sp>
        <p:nvSpPr>
          <p:cNvPr id="554" name="Google Shape;554;p14"/>
          <p:cNvSpPr txBox="1"/>
          <p:nvPr/>
        </p:nvSpPr>
        <p:spPr>
          <a:xfrm>
            <a:off x="1352095" y="2148327"/>
            <a:ext cx="6367200" cy="349800"/>
          </a:xfrm>
          <a:prstGeom prst="rect">
            <a:avLst/>
          </a:prstGeom>
          <a:noFill/>
          <a:ln>
            <a:noFill/>
          </a:ln>
        </p:spPr>
        <p:txBody>
          <a:bodyPr anchorCtr="0" anchor="ctr" bIns="104975" lIns="104975" spcFirstLastPara="1" rIns="104975" wrap="square" tIns="104975">
            <a:noAutofit/>
          </a:bodyPr>
          <a:lstStyle/>
          <a:p>
            <a:pPr indent="0" lvl="0" marL="0" rtl="0" algn="l">
              <a:spcBef>
                <a:spcPts val="0"/>
              </a:spcBef>
              <a:spcAft>
                <a:spcPts val="0"/>
              </a:spcAft>
              <a:buNone/>
            </a:pPr>
            <a:r>
              <a:rPr b="1" lang="ja" sz="2067">
                <a:solidFill>
                  <a:srgbClr val="333333"/>
                </a:solidFill>
                <a:latin typeface="Noto Sans JP"/>
                <a:ea typeface="Noto Sans JP"/>
                <a:cs typeface="Noto Sans JP"/>
                <a:sym typeface="Noto Sans JP"/>
              </a:rPr>
              <a:t>リアルタイムに「授業を届ける」方法</a:t>
            </a:r>
            <a:endParaRPr b="1" sz="2067">
              <a:solidFill>
                <a:srgbClr val="333333"/>
              </a:solidFill>
              <a:latin typeface="Noto Sans JP"/>
              <a:ea typeface="Noto Sans JP"/>
              <a:cs typeface="Noto Sans JP"/>
              <a:sym typeface="Noto Sans JP"/>
            </a:endParaRPr>
          </a:p>
        </p:txBody>
      </p:sp>
      <p:sp>
        <p:nvSpPr>
          <p:cNvPr id="555" name="Google Shape;555;p14"/>
          <p:cNvSpPr/>
          <p:nvPr/>
        </p:nvSpPr>
        <p:spPr>
          <a:xfrm>
            <a:off x="790700" y="2826325"/>
            <a:ext cx="411300" cy="306300"/>
          </a:xfrm>
          <a:prstGeom prst="rect">
            <a:avLst/>
          </a:prstGeom>
          <a:solidFill>
            <a:srgbClr val="6D17EE"/>
          </a:solidFill>
          <a:ln>
            <a:noFill/>
          </a:ln>
        </p:spPr>
        <p:txBody>
          <a:bodyPr anchorCtr="0" anchor="ctr" bIns="104975" lIns="104975" spcFirstLastPara="1" rIns="104975" wrap="square" tIns="104975">
            <a:noAutofit/>
          </a:bodyPr>
          <a:lstStyle/>
          <a:p>
            <a:pPr indent="0" lvl="0" marL="0" rtl="0" algn="ctr">
              <a:spcBef>
                <a:spcPts val="0"/>
              </a:spcBef>
              <a:spcAft>
                <a:spcPts val="0"/>
              </a:spcAft>
              <a:buNone/>
            </a:pPr>
            <a:r>
              <a:rPr b="1" lang="ja" sz="1837">
                <a:solidFill>
                  <a:srgbClr val="FEFEFE"/>
                </a:solidFill>
                <a:latin typeface="Noto Sans JP"/>
                <a:ea typeface="Noto Sans JP"/>
                <a:cs typeface="Noto Sans JP"/>
                <a:sym typeface="Noto Sans JP"/>
              </a:rPr>
              <a:t>3</a:t>
            </a:r>
            <a:endParaRPr b="1" sz="1837">
              <a:solidFill>
                <a:srgbClr val="FEFEFE"/>
              </a:solidFill>
              <a:latin typeface="Noto Sans JP"/>
              <a:ea typeface="Noto Sans JP"/>
              <a:cs typeface="Noto Sans JP"/>
              <a:sym typeface="Noto Sans JP"/>
            </a:endParaRPr>
          </a:p>
        </p:txBody>
      </p:sp>
      <p:sp>
        <p:nvSpPr>
          <p:cNvPr id="556" name="Google Shape;556;p14"/>
          <p:cNvSpPr txBox="1"/>
          <p:nvPr/>
        </p:nvSpPr>
        <p:spPr>
          <a:xfrm>
            <a:off x="1352095" y="2804454"/>
            <a:ext cx="6367200" cy="349800"/>
          </a:xfrm>
          <a:prstGeom prst="rect">
            <a:avLst/>
          </a:prstGeom>
          <a:noFill/>
          <a:ln>
            <a:noFill/>
          </a:ln>
        </p:spPr>
        <p:txBody>
          <a:bodyPr anchorCtr="0" anchor="ctr" bIns="104975" lIns="104975" spcFirstLastPara="1" rIns="104975" wrap="square" tIns="104975">
            <a:noAutofit/>
          </a:bodyPr>
          <a:lstStyle/>
          <a:p>
            <a:pPr indent="0" lvl="0" marL="0" rtl="0" algn="l">
              <a:spcBef>
                <a:spcPts val="0"/>
              </a:spcBef>
              <a:spcAft>
                <a:spcPts val="0"/>
              </a:spcAft>
              <a:buNone/>
            </a:pPr>
            <a:r>
              <a:rPr b="1" lang="ja" sz="2067">
                <a:solidFill>
                  <a:srgbClr val="333333"/>
                </a:solidFill>
                <a:latin typeface="Noto Sans JP"/>
                <a:ea typeface="Noto Sans JP"/>
                <a:cs typeface="Noto Sans JP"/>
                <a:sym typeface="Noto Sans JP"/>
              </a:rPr>
              <a:t>授業を録音し「記録に残す」手順</a:t>
            </a:r>
            <a:endParaRPr b="1" sz="2067">
              <a:solidFill>
                <a:srgbClr val="333333"/>
              </a:solidFill>
              <a:latin typeface="Noto Sans JP"/>
              <a:ea typeface="Noto Sans JP"/>
              <a:cs typeface="Noto Sans JP"/>
              <a:sym typeface="Noto Sans JP"/>
            </a:endParaRPr>
          </a:p>
        </p:txBody>
      </p:sp>
      <p:sp>
        <p:nvSpPr>
          <p:cNvPr id="557" name="Google Shape;557;p14"/>
          <p:cNvSpPr/>
          <p:nvPr/>
        </p:nvSpPr>
        <p:spPr>
          <a:xfrm>
            <a:off x="790700" y="3482452"/>
            <a:ext cx="411300" cy="306300"/>
          </a:xfrm>
          <a:prstGeom prst="rect">
            <a:avLst/>
          </a:prstGeom>
          <a:solidFill>
            <a:srgbClr val="6D17EE"/>
          </a:solidFill>
          <a:ln>
            <a:noFill/>
          </a:ln>
        </p:spPr>
        <p:txBody>
          <a:bodyPr anchorCtr="0" anchor="ctr" bIns="104975" lIns="104975" spcFirstLastPara="1" rIns="104975" wrap="square" tIns="104975">
            <a:noAutofit/>
          </a:bodyPr>
          <a:lstStyle/>
          <a:p>
            <a:pPr indent="0" lvl="0" marL="0" rtl="0" algn="ctr">
              <a:spcBef>
                <a:spcPts val="0"/>
              </a:spcBef>
              <a:spcAft>
                <a:spcPts val="0"/>
              </a:spcAft>
              <a:buNone/>
            </a:pPr>
            <a:r>
              <a:rPr b="1" lang="ja" sz="1837">
                <a:solidFill>
                  <a:srgbClr val="FEFEFE"/>
                </a:solidFill>
                <a:latin typeface="Noto Sans JP"/>
                <a:ea typeface="Noto Sans JP"/>
                <a:cs typeface="Noto Sans JP"/>
                <a:sym typeface="Noto Sans JP"/>
              </a:rPr>
              <a:t>4</a:t>
            </a:r>
            <a:endParaRPr b="1" sz="1837">
              <a:solidFill>
                <a:srgbClr val="FEFEFE"/>
              </a:solidFill>
              <a:latin typeface="Noto Sans JP"/>
              <a:ea typeface="Noto Sans JP"/>
              <a:cs typeface="Noto Sans JP"/>
              <a:sym typeface="Noto Sans JP"/>
            </a:endParaRPr>
          </a:p>
        </p:txBody>
      </p:sp>
      <p:sp>
        <p:nvSpPr>
          <p:cNvPr id="558" name="Google Shape;558;p14"/>
          <p:cNvSpPr txBox="1"/>
          <p:nvPr/>
        </p:nvSpPr>
        <p:spPr>
          <a:xfrm>
            <a:off x="1352095" y="3460581"/>
            <a:ext cx="6367200" cy="349800"/>
          </a:xfrm>
          <a:prstGeom prst="rect">
            <a:avLst/>
          </a:prstGeom>
          <a:noFill/>
          <a:ln>
            <a:noFill/>
          </a:ln>
        </p:spPr>
        <p:txBody>
          <a:bodyPr anchorCtr="0" anchor="ctr" bIns="104975" lIns="104975" spcFirstLastPara="1" rIns="104975" wrap="square" tIns="104975">
            <a:noAutofit/>
          </a:bodyPr>
          <a:lstStyle/>
          <a:p>
            <a:pPr indent="0" lvl="0" marL="0" rtl="0" algn="l">
              <a:spcBef>
                <a:spcPts val="0"/>
              </a:spcBef>
              <a:spcAft>
                <a:spcPts val="0"/>
              </a:spcAft>
              <a:buNone/>
            </a:pPr>
            <a:r>
              <a:rPr b="1" lang="ja" sz="2067">
                <a:solidFill>
                  <a:srgbClr val="333333"/>
                </a:solidFill>
                <a:latin typeface="Noto Sans JP"/>
                <a:ea typeface="Noto Sans JP"/>
                <a:cs typeface="Noto Sans JP"/>
                <a:sym typeface="Noto Sans JP"/>
              </a:rPr>
              <a:t>AIを活用して「学びを再構築する」流れ</a:t>
            </a:r>
            <a:endParaRPr b="1" sz="2067">
              <a:solidFill>
                <a:srgbClr val="333333"/>
              </a:solidFill>
              <a:latin typeface="Noto Sans JP"/>
              <a:ea typeface="Noto Sans JP"/>
              <a:cs typeface="Noto Sans JP"/>
              <a:sym typeface="Noto Sans JP"/>
            </a:endParaRPr>
          </a:p>
        </p:txBody>
      </p:sp>
      <p:grpSp>
        <p:nvGrpSpPr>
          <p:cNvPr id="559" name="Google Shape;559;p14"/>
          <p:cNvGrpSpPr/>
          <p:nvPr/>
        </p:nvGrpSpPr>
        <p:grpSpPr>
          <a:xfrm>
            <a:off x="0" y="5086350"/>
            <a:ext cx="9150400" cy="57300"/>
            <a:chOff x="0" y="5086350"/>
            <a:chExt cx="9150400" cy="57300"/>
          </a:xfrm>
        </p:grpSpPr>
        <p:sp>
          <p:nvSpPr>
            <p:cNvPr id="560" name="Google Shape;560;p14"/>
            <p:cNvSpPr/>
            <p:nvPr/>
          </p:nvSpPr>
          <p:spPr>
            <a:xfrm>
              <a:off x="0" y="5086350"/>
              <a:ext cx="699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14"/>
            <p:cNvSpPr/>
            <p:nvPr/>
          </p:nvSpPr>
          <p:spPr>
            <a:xfrm>
              <a:off x="63500" y="5086350"/>
              <a:ext cx="69900" cy="57300"/>
            </a:xfrm>
            <a:prstGeom prst="rect">
              <a:avLst/>
            </a:prstGeom>
            <a:solidFill>
              <a:srgbClr val="43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14"/>
            <p:cNvSpPr/>
            <p:nvPr/>
          </p:nvSpPr>
          <p:spPr>
            <a:xfrm>
              <a:off x="127000" y="5086350"/>
              <a:ext cx="69900" cy="573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3" name="Google Shape;563;p14"/>
            <p:cNvSpPr/>
            <p:nvPr/>
          </p:nvSpPr>
          <p:spPr>
            <a:xfrm>
              <a:off x="190500" y="5086350"/>
              <a:ext cx="69900" cy="57300"/>
            </a:xfrm>
            <a:prstGeom prst="rect">
              <a:avLst/>
            </a:prstGeom>
            <a:solidFill>
              <a:srgbClr val="46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4" name="Google Shape;564;p14"/>
            <p:cNvSpPr/>
            <p:nvPr/>
          </p:nvSpPr>
          <p:spPr>
            <a:xfrm>
              <a:off x="254000" y="5086350"/>
              <a:ext cx="69900" cy="57300"/>
            </a:xfrm>
            <a:prstGeom prst="rect">
              <a:avLst/>
            </a:prstGeom>
            <a:solidFill>
              <a:srgbClr val="4784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14"/>
            <p:cNvSpPr/>
            <p:nvPr/>
          </p:nvSpPr>
          <p:spPr>
            <a:xfrm>
              <a:off x="317500" y="5086350"/>
              <a:ext cx="69900" cy="57300"/>
            </a:xfrm>
            <a:prstGeom prst="rect">
              <a:avLst/>
            </a:prstGeom>
            <a:solidFill>
              <a:srgbClr val="49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6" name="Google Shape;566;p14"/>
            <p:cNvSpPr/>
            <p:nvPr/>
          </p:nvSpPr>
          <p:spPr>
            <a:xfrm>
              <a:off x="381000" y="5086350"/>
              <a:ext cx="69900" cy="57300"/>
            </a:xfrm>
            <a:prstGeom prst="rect">
              <a:avLst/>
            </a:prstGeom>
            <a:solidFill>
              <a:srgbClr val="4A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14"/>
            <p:cNvSpPr/>
            <p:nvPr/>
          </p:nvSpPr>
          <p:spPr>
            <a:xfrm>
              <a:off x="444500" y="5086350"/>
              <a:ext cx="69900" cy="57300"/>
            </a:xfrm>
            <a:prstGeom prst="rect">
              <a:avLst/>
            </a:prstGeom>
            <a:solidFill>
              <a:srgbClr val="4B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8" name="Google Shape;568;p14"/>
            <p:cNvSpPr/>
            <p:nvPr/>
          </p:nvSpPr>
          <p:spPr>
            <a:xfrm>
              <a:off x="508000" y="5086350"/>
              <a:ext cx="69900" cy="57300"/>
            </a:xfrm>
            <a:prstGeom prst="rect">
              <a:avLst/>
            </a:prstGeom>
            <a:solidFill>
              <a:srgbClr val="4D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9" name="Google Shape;569;p14"/>
            <p:cNvSpPr/>
            <p:nvPr/>
          </p:nvSpPr>
          <p:spPr>
            <a:xfrm>
              <a:off x="571500" y="5086350"/>
              <a:ext cx="69900" cy="57300"/>
            </a:xfrm>
            <a:prstGeom prst="rect">
              <a:avLst/>
            </a:prstGeom>
            <a:solidFill>
              <a:srgbClr val="4E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14"/>
            <p:cNvSpPr/>
            <p:nvPr/>
          </p:nvSpPr>
          <p:spPr>
            <a:xfrm>
              <a:off x="635000" y="5086350"/>
              <a:ext cx="69900" cy="57300"/>
            </a:xfrm>
            <a:prstGeom prst="rect">
              <a:avLst/>
            </a:prstGeom>
            <a:solidFill>
              <a:srgbClr val="4F81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1" name="Google Shape;571;p14"/>
            <p:cNvSpPr/>
            <p:nvPr/>
          </p:nvSpPr>
          <p:spPr>
            <a:xfrm>
              <a:off x="698500" y="5086350"/>
              <a:ext cx="69900" cy="57300"/>
            </a:xfrm>
            <a:prstGeom prst="rect">
              <a:avLst/>
            </a:prstGeom>
            <a:solidFill>
              <a:srgbClr val="51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2" name="Google Shape;572;p14"/>
            <p:cNvSpPr/>
            <p:nvPr/>
          </p:nvSpPr>
          <p:spPr>
            <a:xfrm>
              <a:off x="762000" y="5086350"/>
              <a:ext cx="69900" cy="573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3" name="Google Shape;573;p14"/>
            <p:cNvSpPr/>
            <p:nvPr/>
          </p:nvSpPr>
          <p:spPr>
            <a:xfrm>
              <a:off x="825500" y="5086350"/>
              <a:ext cx="69900" cy="57300"/>
            </a:xfrm>
            <a:prstGeom prst="rect">
              <a:avLst/>
            </a:prstGeom>
            <a:solidFill>
              <a:srgbClr val="53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14"/>
            <p:cNvSpPr/>
            <p:nvPr/>
          </p:nvSpPr>
          <p:spPr>
            <a:xfrm>
              <a:off x="889000" y="5086350"/>
              <a:ext cx="69900" cy="573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14"/>
            <p:cNvSpPr/>
            <p:nvPr/>
          </p:nvSpPr>
          <p:spPr>
            <a:xfrm>
              <a:off x="952500" y="5086350"/>
              <a:ext cx="69900" cy="57300"/>
            </a:xfrm>
            <a:prstGeom prst="rect">
              <a:avLst/>
            </a:prstGeom>
            <a:solidFill>
              <a:srgbClr val="56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14"/>
            <p:cNvSpPr/>
            <p:nvPr/>
          </p:nvSpPr>
          <p:spPr>
            <a:xfrm>
              <a:off x="1016000" y="5086350"/>
              <a:ext cx="69900" cy="57300"/>
            </a:xfrm>
            <a:prstGeom prst="rect">
              <a:avLst/>
            </a:prstGeom>
            <a:solidFill>
              <a:srgbClr val="57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14"/>
            <p:cNvSpPr/>
            <p:nvPr/>
          </p:nvSpPr>
          <p:spPr>
            <a:xfrm>
              <a:off x="1079500" y="5086350"/>
              <a:ext cx="69900" cy="573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8" name="Google Shape;578;p14"/>
            <p:cNvSpPr/>
            <p:nvPr/>
          </p:nvSpPr>
          <p:spPr>
            <a:xfrm>
              <a:off x="1143000" y="5086350"/>
              <a:ext cx="69900" cy="57300"/>
            </a:xfrm>
            <a:prstGeom prst="rect">
              <a:avLst/>
            </a:prstGeom>
            <a:solidFill>
              <a:srgbClr val="5A7F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9" name="Google Shape;579;p14"/>
            <p:cNvSpPr/>
            <p:nvPr/>
          </p:nvSpPr>
          <p:spPr>
            <a:xfrm>
              <a:off x="1206500" y="5086350"/>
              <a:ext cx="69900" cy="57300"/>
            </a:xfrm>
            <a:prstGeom prst="rect">
              <a:avLst/>
            </a:prstGeom>
            <a:solidFill>
              <a:srgbClr val="5B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0" name="Google Shape;580;p14"/>
            <p:cNvSpPr/>
            <p:nvPr/>
          </p:nvSpPr>
          <p:spPr>
            <a:xfrm>
              <a:off x="1270000" y="5086350"/>
              <a:ext cx="69900" cy="573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1" name="Google Shape;581;p14"/>
            <p:cNvSpPr/>
            <p:nvPr/>
          </p:nvSpPr>
          <p:spPr>
            <a:xfrm>
              <a:off x="1333500" y="5086350"/>
              <a:ext cx="69900" cy="57300"/>
            </a:xfrm>
            <a:prstGeom prst="rect">
              <a:avLst/>
            </a:prstGeom>
            <a:solidFill>
              <a:srgbClr val="5E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2" name="Google Shape;582;p14"/>
            <p:cNvSpPr/>
            <p:nvPr/>
          </p:nvSpPr>
          <p:spPr>
            <a:xfrm>
              <a:off x="1397000" y="5086350"/>
              <a:ext cx="69900" cy="573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3" name="Google Shape;583;p14"/>
            <p:cNvSpPr/>
            <p:nvPr/>
          </p:nvSpPr>
          <p:spPr>
            <a:xfrm>
              <a:off x="1460500" y="5086350"/>
              <a:ext cx="69900" cy="57300"/>
            </a:xfrm>
            <a:prstGeom prst="rect">
              <a:avLst/>
            </a:prstGeom>
            <a:solidFill>
              <a:srgbClr val="60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4" name="Google Shape;584;p14"/>
            <p:cNvSpPr/>
            <p:nvPr/>
          </p:nvSpPr>
          <p:spPr>
            <a:xfrm>
              <a:off x="1524000" y="5086350"/>
              <a:ext cx="69900" cy="573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5" name="Google Shape;585;p14"/>
            <p:cNvSpPr/>
            <p:nvPr/>
          </p:nvSpPr>
          <p:spPr>
            <a:xfrm>
              <a:off x="1587500" y="5086350"/>
              <a:ext cx="69900" cy="57300"/>
            </a:xfrm>
            <a:prstGeom prst="rect">
              <a:avLst/>
            </a:prstGeom>
            <a:solidFill>
              <a:srgbClr val="63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6" name="Google Shape;586;p14"/>
            <p:cNvSpPr/>
            <p:nvPr/>
          </p:nvSpPr>
          <p:spPr>
            <a:xfrm>
              <a:off x="1651000" y="5086350"/>
              <a:ext cx="69900" cy="57300"/>
            </a:xfrm>
            <a:prstGeom prst="rect">
              <a:avLst/>
            </a:prstGeom>
            <a:solidFill>
              <a:srgbClr val="64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7" name="Google Shape;587;p14"/>
            <p:cNvSpPr/>
            <p:nvPr/>
          </p:nvSpPr>
          <p:spPr>
            <a:xfrm>
              <a:off x="1714500" y="5086350"/>
              <a:ext cx="69900" cy="57300"/>
            </a:xfrm>
            <a:prstGeom prst="rect">
              <a:avLst/>
            </a:prstGeom>
            <a:solidFill>
              <a:srgbClr val="66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8" name="Google Shape;588;p14"/>
            <p:cNvSpPr/>
            <p:nvPr/>
          </p:nvSpPr>
          <p:spPr>
            <a:xfrm>
              <a:off x="1778000" y="5086350"/>
              <a:ext cx="69900" cy="57300"/>
            </a:xfrm>
            <a:prstGeom prst="rect">
              <a:avLst/>
            </a:prstGeom>
            <a:solidFill>
              <a:srgbClr val="67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9" name="Google Shape;589;p14"/>
            <p:cNvSpPr/>
            <p:nvPr/>
          </p:nvSpPr>
          <p:spPr>
            <a:xfrm>
              <a:off x="1841500" y="5086350"/>
              <a:ext cx="69900" cy="573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0" name="Google Shape;590;p14"/>
            <p:cNvSpPr/>
            <p:nvPr/>
          </p:nvSpPr>
          <p:spPr>
            <a:xfrm>
              <a:off x="1905000" y="5086350"/>
              <a:ext cx="69900" cy="57300"/>
            </a:xfrm>
            <a:prstGeom prst="rect">
              <a:avLst/>
            </a:prstGeom>
            <a:solidFill>
              <a:srgbClr val="6A7A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14"/>
            <p:cNvSpPr/>
            <p:nvPr/>
          </p:nvSpPr>
          <p:spPr>
            <a:xfrm>
              <a:off x="1968500" y="5086350"/>
              <a:ext cx="69900" cy="57300"/>
            </a:xfrm>
            <a:prstGeom prst="rect">
              <a:avLst/>
            </a:prstGeom>
            <a:solidFill>
              <a:srgbClr val="6B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14"/>
            <p:cNvSpPr/>
            <p:nvPr/>
          </p:nvSpPr>
          <p:spPr>
            <a:xfrm>
              <a:off x="2032000" y="5086350"/>
              <a:ext cx="69900" cy="573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3" name="Google Shape;593;p14"/>
            <p:cNvSpPr/>
            <p:nvPr/>
          </p:nvSpPr>
          <p:spPr>
            <a:xfrm>
              <a:off x="2095500" y="5086350"/>
              <a:ext cx="69900" cy="57300"/>
            </a:xfrm>
            <a:prstGeom prst="rect">
              <a:avLst/>
            </a:prstGeom>
            <a:solidFill>
              <a:srgbClr val="6E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p14"/>
            <p:cNvSpPr/>
            <p:nvPr/>
          </p:nvSpPr>
          <p:spPr>
            <a:xfrm>
              <a:off x="2159000" y="5086350"/>
              <a:ext cx="69900" cy="573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14"/>
            <p:cNvSpPr/>
            <p:nvPr/>
          </p:nvSpPr>
          <p:spPr>
            <a:xfrm>
              <a:off x="2222500" y="5086350"/>
              <a:ext cx="69900" cy="57300"/>
            </a:xfrm>
            <a:prstGeom prst="rect">
              <a:avLst/>
            </a:prstGeom>
            <a:solidFill>
              <a:srgbClr val="70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14"/>
            <p:cNvSpPr/>
            <p:nvPr/>
          </p:nvSpPr>
          <p:spPr>
            <a:xfrm>
              <a:off x="2286000" y="5086350"/>
              <a:ext cx="69900" cy="573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7" name="Google Shape;597;p14"/>
            <p:cNvSpPr/>
            <p:nvPr/>
          </p:nvSpPr>
          <p:spPr>
            <a:xfrm>
              <a:off x="2349500" y="5086350"/>
              <a:ext cx="69900" cy="57300"/>
            </a:xfrm>
            <a:prstGeom prst="rect">
              <a:avLst/>
            </a:prstGeom>
            <a:solidFill>
              <a:srgbClr val="73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14"/>
            <p:cNvSpPr/>
            <p:nvPr/>
          </p:nvSpPr>
          <p:spPr>
            <a:xfrm>
              <a:off x="2413000" y="5086350"/>
              <a:ext cx="69900" cy="57300"/>
            </a:xfrm>
            <a:prstGeom prst="rect">
              <a:avLst/>
            </a:prstGeom>
            <a:solidFill>
              <a:srgbClr val="74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9" name="Google Shape;599;p14"/>
            <p:cNvSpPr/>
            <p:nvPr/>
          </p:nvSpPr>
          <p:spPr>
            <a:xfrm>
              <a:off x="2476500" y="5086350"/>
              <a:ext cx="69900" cy="57300"/>
            </a:xfrm>
            <a:prstGeom prst="rect">
              <a:avLst/>
            </a:prstGeom>
            <a:solidFill>
              <a:srgbClr val="76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p14"/>
            <p:cNvSpPr/>
            <p:nvPr/>
          </p:nvSpPr>
          <p:spPr>
            <a:xfrm>
              <a:off x="2540000" y="5086350"/>
              <a:ext cx="69900" cy="57300"/>
            </a:xfrm>
            <a:prstGeom prst="rect">
              <a:avLst/>
            </a:prstGeom>
            <a:solidFill>
              <a:srgbClr val="77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p14"/>
            <p:cNvSpPr/>
            <p:nvPr/>
          </p:nvSpPr>
          <p:spPr>
            <a:xfrm>
              <a:off x="2603500" y="5086350"/>
              <a:ext cx="69900" cy="573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2" name="Google Shape;602;p14"/>
            <p:cNvSpPr/>
            <p:nvPr/>
          </p:nvSpPr>
          <p:spPr>
            <a:xfrm>
              <a:off x="2667000" y="5086350"/>
              <a:ext cx="69900" cy="57300"/>
            </a:xfrm>
            <a:prstGeom prst="rect">
              <a:avLst/>
            </a:prstGeom>
            <a:solidFill>
              <a:srgbClr val="7A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3" name="Google Shape;603;p14"/>
            <p:cNvSpPr/>
            <p:nvPr/>
          </p:nvSpPr>
          <p:spPr>
            <a:xfrm>
              <a:off x="2730500" y="5086350"/>
              <a:ext cx="69900" cy="57300"/>
            </a:xfrm>
            <a:prstGeom prst="rect">
              <a:avLst/>
            </a:prstGeom>
            <a:solidFill>
              <a:srgbClr val="7B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4" name="Google Shape;604;p14"/>
            <p:cNvSpPr/>
            <p:nvPr/>
          </p:nvSpPr>
          <p:spPr>
            <a:xfrm>
              <a:off x="2794000" y="5086350"/>
              <a:ext cx="69900" cy="573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5" name="Google Shape;605;p14"/>
            <p:cNvSpPr/>
            <p:nvPr/>
          </p:nvSpPr>
          <p:spPr>
            <a:xfrm>
              <a:off x="2857500" y="5086350"/>
              <a:ext cx="69900" cy="57300"/>
            </a:xfrm>
            <a:prstGeom prst="rect">
              <a:avLst/>
            </a:prstGeom>
            <a:solidFill>
              <a:srgbClr val="7D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6" name="Google Shape;606;p14"/>
            <p:cNvSpPr/>
            <p:nvPr/>
          </p:nvSpPr>
          <p:spPr>
            <a:xfrm>
              <a:off x="2921000" y="5086350"/>
              <a:ext cx="69900" cy="573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7" name="Google Shape;607;p14"/>
            <p:cNvSpPr/>
            <p:nvPr/>
          </p:nvSpPr>
          <p:spPr>
            <a:xfrm>
              <a:off x="2984500" y="5086350"/>
              <a:ext cx="69900" cy="57300"/>
            </a:xfrm>
            <a:prstGeom prst="rect">
              <a:avLst/>
            </a:prstGeom>
            <a:solidFill>
              <a:srgbClr val="80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8" name="Google Shape;608;p14"/>
            <p:cNvSpPr/>
            <p:nvPr/>
          </p:nvSpPr>
          <p:spPr>
            <a:xfrm>
              <a:off x="3048000" y="5086350"/>
              <a:ext cx="69900" cy="57300"/>
            </a:xfrm>
            <a:prstGeom prst="rect">
              <a:avLst/>
            </a:prstGeom>
            <a:solidFill>
              <a:srgbClr val="81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9" name="Google Shape;609;p14"/>
            <p:cNvSpPr/>
            <p:nvPr/>
          </p:nvSpPr>
          <p:spPr>
            <a:xfrm>
              <a:off x="3111500" y="5086350"/>
              <a:ext cx="69900" cy="57300"/>
            </a:xfrm>
            <a:prstGeom prst="rect">
              <a:avLst/>
            </a:prstGeom>
            <a:solidFill>
              <a:srgbClr val="83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0" name="Google Shape;610;p14"/>
            <p:cNvSpPr/>
            <p:nvPr/>
          </p:nvSpPr>
          <p:spPr>
            <a:xfrm>
              <a:off x="3175000" y="5086350"/>
              <a:ext cx="69900" cy="57300"/>
            </a:xfrm>
            <a:prstGeom prst="rect">
              <a:avLst/>
            </a:prstGeom>
            <a:solidFill>
              <a:srgbClr val="84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1" name="Google Shape;611;p14"/>
            <p:cNvSpPr/>
            <p:nvPr/>
          </p:nvSpPr>
          <p:spPr>
            <a:xfrm>
              <a:off x="3238500" y="5086350"/>
              <a:ext cx="69900" cy="573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2" name="Google Shape;612;p14"/>
            <p:cNvSpPr/>
            <p:nvPr/>
          </p:nvSpPr>
          <p:spPr>
            <a:xfrm>
              <a:off x="3302000" y="5086350"/>
              <a:ext cx="69900" cy="57300"/>
            </a:xfrm>
            <a:prstGeom prst="rect">
              <a:avLst/>
            </a:prstGeom>
            <a:solidFill>
              <a:srgbClr val="87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14"/>
            <p:cNvSpPr/>
            <p:nvPr/>
          </p:nvSpPr>
          <p:spPr>
            <a:xfrm>
              <a:off x="3365500" y="5086350"/>
              <a:ext cx="69900" cy="573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4" name="Google Shape;614;p14"/>
            <p:cNvSpPr/>
            <p:nvPr/>
          </p:nvSpPr>
          <p:spPr>
            <a:xfrm>
              <a:off x="3429000" y="5086350"/>
              <a:ext cx="69900" cy="57300"/>
            </a:xfrm>
            <a:prstGeom prst="rect">
              <a:avLst/>
            </a:prstGeom>
            <a:solidFill>
              <a:srgbClr val="89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5" name="Google Shape;615;p14"/>
            <p:cNvSpPr/>
            <p:nvPr/>
          </p:nvSpPr>
          <p:spPr>
            <a:xfrm>
              <a:off x="3492500" y="5086350"/>
              <a:ext cx="69900" cy="57300"/>
            </a:xfrm>
            <a:prstGeom prst="rect">
              <a:avLst/>
            </a:prstGeom>
            <a:solidFill>
              <a:srgbClr val="8B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6" name="Google Shape;616;p14"/>
            <p:cNvSpPr/>
            <p:nvPr/>
          </p:nvSpPr>
          <p:spPr>
            <a:xfrm>
              <a:off x="3556000" y="5086350"/>
              <a:ext cx="69900" cy="573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7" name="Google Shape;617;p14"/>
            <p:cNvSpPr/>
            <p:nvPr/>
          </p:nvSpPr>
          <p:spPr>
            <a:xfrm>
              <a:off x="3619500" y="5086350"/>
              <a:ext cx="69900" cy="57300"/>
            </a:xfrm>
            <a:prstGeom prst="rect">
              <a:avLst/>
            </a:prstGeom>
            <a:solidFill>
              <a:srgbClr val="8D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8" name="Google Shape;618;p14"/>
            <p:cNvSpPr/>
            <p:nvPr/>
          </p:nvSpPr>
          <p:spPr>
            <a:xfrm>
              <a:off x="3683000" y="5086350"/>
              <a:ext cx="69900" cy="573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9" name="Google Shape;619;p14"/>
            <p:cNvSpPr/>
            <p:nvPr/>
          </p:nvSpPr>
          <p:spPr>
            <a:xfrm>
              <a:off x="3746500" y="5086350"/>
              <a:ext cx="69900" cy="57300"/>
            </a:xfrm>
            <a:prstGeom prst="rect">
              <a:avLst/>
            </a:prstGeom>
            <a:solidFill>
              <a:srgbClr val="90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0" name="Google Shape;620;p14"/>
            <p:cNvSpPr/>
            <p:nvPr/>
          </p:nvSpPr>
          <p:spPr>
            <a:xfrm>
              <a:off x="3810000" y="5086350"/>
              <a:ext cx="69900" cy="57300"/>
            </a:xfrm>
            <a:prstGeom prst="rect">
              <a:avLst/>
            </a:prstGeom>
            <a:solidFill>
              <a:srgbClr val="91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1" name="Google Shape;621;p14"/>
            <p:cNvSpPr/>
            <p:nvPr/>
          </p:nvSpPr>
          <p:spPr>
            <a:xfrm>
              <a:off x="3873500" y="5086350"/>
              <a:ext cx="69900" cy="57300"/>
            </a:xfrm>
            <a:prstGeom prst="rect">
              <a:avLst/>
            </a:prstGeom>
            <a:solidFill>
              <a:srgbClr val="93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2" name="Google Shape;622;p14"/>
            <p:cNvSpPr/>
            <p:nvPr/>
          </p:nvSpPr>
          <p:spPr>
            <a:xfrm>
              <a:off x="3937000" y="5086350"/>
              <a:ext cx="69900" cy="57300"/>
            </a:xfrm>
            <a:prstGeom prst="rect">
              <a:avLst/>
            </a:prstGeom>
            <a:solidFill>
              <a:srgbClr val="94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3" name="Google Shape;623;p14"/>
            <p:cNvSpPr/>
            <p:nvPr/>
          </p:nvSpPr>
          <p:spPr>
            <a:xfrm>
              <a:off x="4000500" y="5086350"/>
              <a:ext cx="69900" cy="573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4" name="Google Shape;624;p14"/>
            <p:cNvSpPr/>
            <p:nvPr/>
          </p:nvSpPr>
          <p:spPr>
            <a:xfrm>
              <a:off x="4064000" y="5086350"/>
              <a:ext cx="69900" cy="57300"/>
            </a:xfrm>
            <a:prstGeom prst="rect">
              <a:avLst/>
            </a:prstGeom>
            <a:solidFill>
              <a:srgbClr val="976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5" name="Google Shape;625;p14"/>
            <p:cNvSpPr/>
            <p:nvPr/>
          </p:nvSpPr>
          <p:spPr>
            <a:xfrm>
              <a:off x="4127500" y="5086350"/>
              <a:ext cx="69900" cy="573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6" name="Google Shape;626;p14"/>
            <p:cNvSpPr/>
            <p:nvPr/>
          </p:nvSpPr>
          <p:spPr>
            <a:xfrm>
              <a:off x="4191000" y="5086350"/>
              <a:ext cx="69900" cy="57300"/>
            </a:xfrm>
            <a:prstGeom prst="rect">
              <a:avLst/>
            </a:prstGeom>
            <a:solidFill>
              <a:srgbClr val="99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7" name="Google Shape;627;p14"/>
            <p:cNvSpPr/>
            <p:nvPr/>
          </p:nvSpPr>
          <p:spPr>
            <a:xfrm>
              <a:off x="4254500" y="5086350"/>
              <a:ext cx="69900" cy="57300"/>
            </a:xfrm>
            <a:prstGeom prst="rect">
              <a:avLst/>
            </a:prstGeom>
            <a:solidFill>
              <a:srgbClr val="9B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8" name="Google Shape;628;p14"/>
            <p:cNvSpPr/>
            <p:nvPr/>
          </p:nvSpPr>
          <p:spPr>
            <a:xfrm>
              <a:off x="4318000" y="5086350"/>
              <a:ext cx="69900" cy="573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14"/>
            <p:cNvSpPr/>
            <p:nvPr/>
          </p:nvSpPr>
          <p:spPr>
            <a:xfrm>
              <a:off x="4381500" y="5086350"/>
              <a:ext cx="69900" cy="57300"/>
            </a:xfrm>
            <a:prstGeom prst="rect">
              <a:avLst/>
            </a:prstGeom>
            <a:solidFill>
              <a:srgbClr val="9D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14"/>
            <p:cNvSpPr/>
            <p:nvPr/>
          </p:nvSpPr>
          <p:spPr>
            <a:xfrm>
              <a:off x="4445000" y="5086350"/>
              <a:ext cx="69900" cy="573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1" name="Google Shape;631;p14"/>
            <p:cNvSpPr/>
            <p:nvPr/>
          </p:nvSpPr>
          <p:spPr>
            <a:xfrm>
              <a:off x="4508500" y="5086350"/>
              <a:ext cx="69900" cy="57300"/>
            </a:xfrm>
            <a:prstGeom prst="rect">
              <a:avLst/>
            </a:prstGeom>
            <a:solidFill>
              <a:srgbClr val="A0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2" name="Google Shape;632;p14"/>
            <p:cNvSpPr/>
            <p:nvPr/>
          </p:nvSpPr>
          <p:spPr>
            <a:xfrm>
              <a:off x="4572000" y="5086350"/>
              <a:ext cx="69900" cy="57300"/>
            </a:xfrm>
            <a:prstGeom prst="rect">
              <a:avLst/>
            </a:prstGeom>
            <a:solidFill>
              <a:srgbClr val="A1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3" name="Google Shape;633;p14"/>
            <p:cNvSpPr/>
            <p:nvPr/>
          </p:nvSpPr>
          <p:spPr>
            <a:xfrm>
              <a:off x="4635500" y="5086350"/>
              <a:ext cx="69900" cy="573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4" name="Google Shape;634;p14"/>
            <p:cNvSpPr/>
            <p:nvPr/>
          </p:nvSpPr>
          <p:spPr>
            <a:xfrm>
              <a:off x="4699000" y="5086350"/>
              <a:ext cx="69900" cy="57300"/>
            </a:xfrm>
            <a:prstGeom prst="rect">
              <a:avLst/>
            </a:prstGeom>
            <a:solidFill>
              <a:srgbClr val="A4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5" name="Google Shape;635;p14"/>
            <p:cNvSpPr/>
            <p:nvPr/>
          </p:nvSpPr>
          <p:spPr>
            <a:xfrm>
              <a:off x="4762500" y="5086350"/>
              <a:ext cx="69900" cy="573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14"/>
            <p:cNvSpPr/>
            <p:nvPr/>
          </p:nvSpPr>
          <p:spPr>
            <a:xfrm>
              <a:off x="4826000" y="5086350"/>
              <a:ext cx="69900" cy="57300"/>
            </a:xfrm>
            <a:prstGeom prst="rect">
              <a:avLst/>
            </a:prstGeom>
            <a:solidFill>
              <a:srgbClr val="A6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p14"/>
            <p:cNvSpPr/>
            <p:nvPr/>
          </p:nvSpPr>
          <p:spPr>
            <a:xfrm>
              <a:off x="4889500" y="5086350"/>
              <a:ext cx="69900" cy="57300"/>
            </a:xfrm>
            <a:prstGeom prst="rect">
              <a:avLst/>
            </a:prstGeom>
            <a:solidFill>
              <a:srgbClr val="A8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8" name="Google Shape;638;p14"/>
            <p:cNvSpPr/>
            <p:nvPr/>
          </p:nvSpPr>
          <p:spPr>
            <a:xfrm>
              <a:off x="4953000" y="5086350"/>
              <a:ext cx="69900" cy="573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9" name="Google Shape;639;p14"/>
            <p:cNvSpPr/>
            <p:nvPr/>
          </p:nvSpPr>
          <p:spPr>
            <a:xfrm>
              <a:off x="5016500" y="5086350"/>
              <a:ext cx="69900" cy="57300"/>
            </a:xfrm>
            <a:prstGeom prst="rect">
              <a:avLst/>
            </a:prstGeom>
            <a:solidFill>
              <a:srgbClr val="AA6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0" name="Google Shape;640;p14"/>
            <p:cNvSpPr/>
            <p:nvPr/>
          </p:nvSpPr>
          <p:spPr>
            <a:xfrm>
              <a:off x="5080000" y="5086350"/>
              <a:ext cx="69900" cy="573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14"/>
            <p:cNvSpPr/>
            <p:nvPr/>
          </p:nvSpPr>
          <p:spPr>
            <a:xfrm>
              <a:off x="5143500" y="5086350"/>
              <a:ext cx="69900" cy="57300"/>
            </a:xfrm>
            <a:prstGeom prst="rect">
              <a:avLst/>
            </a:prstGeom>
            <a:solidFill>
              <a:srgbClr val="AD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2" name="Google Shape;642;p14"/>
            <p:cNvSpPr/>
            <p:nvPr/>
          </p:nvSpPr>
          <p:spPr>
            <a:xfrm>
              <a:off x="5207000" y="5086350"/>
              <a:ext cx="69900" cy="57300"/>
            </a:xfrm>
            <a:prstGeom prst="rect">
              <a:avLst/>
            </a:prstGeom>
            <a:solidFill>
              <a:srgbClr val="AE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3" name="Google Shape;643;p14"/>
            <p:cNvSpPr/>
            <p:nvPr/>
          </p:nvSpPr>
          <p:spPr>
            <a:xfrm>
              <a:off x="5270500" y="5086350"/>
              <a:ext cx="69900" cy="57300"/>
            </a:xfrm>
            <a:prstGeom prst="rect">
              <a:avLst/>
            </a:prstGeom>
            <a:solidFill>
              <a:srgbClr val="B0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4" name="Google Shape;644;p14"/>
            <p:cNvSpPr/>
            <p:nvPr/>
          </p:nvSpPr>
          <p:spPr>
            <a:xfrm>
              <a:off x="5334000" y="5086350"/>
              <a:ext cx="69900" cy="57300"/>
            </a:xfrm>
            <a:prstGeom prst="rect">
              <a:avLst/>
            </a:prstGeom>
            <a:solidFill>
              <a:srgbClr val="B1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5" name="Google Shape;645;p14"/>
            <p:cNvSpPr/>
            <p:nvPr/>
          </p:nvSpPr>
          <p:spPr>
            <a:xfrm>
              <a:off x="5397500" y="5086350"/>
              <a:ext cx="69900" cy="573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6" name="Google Shape;646;p14"/>
            <p:cNvSpPr/>
            <p:nvPr/>
          </p:nvSpPr>
          <p:spPr>
            <a:xfrm>
              <a:off x="5461000" y="5086350"/>
              <a:ext cx="69900" cy="57300"/>
            </a:xfrm>
            <a:prstGeom prst="rect">
              <a:avLst/>
            </a:prstGeom>
            <a:solidFill>
              <a:srgbClr val="B4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7" name="Google Shape;647;p14"/>
            <p:cNvSpPr/>
            <p:nvPr/>
          </p:nvSpPr>
          <p:spPr>
            <a:xfrm>
              <a:off x="5524500" y="5086350"/>
              <a:ext cx="69900" cy="573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14"/>
            <p:cNvSpPr/>
            <p:nvPr/>
          </p:nvSpPr>
          <p:spPr>
            <a:xfrm>
              <a:off x="5588000" y="5086350"/>
              <a:ext cx="69900" cy="57300"/>
            </a:xfrm>
            <a:prstGeom prst="rect">
              <a:avLst/>
            </a:prstGeom>
            <a:solidFill>
              <a:srgbClr val="B6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14"/>
            <p:cNvSpPr/>
            <p:nvPr/>
          </p:nvSpPr>
          <p:spPr>
            <a:xfrm>
              <a:off x="5651500" y="5086350"/>
              <a:ext cx="69900" cy="57300"/>
            </a:xfrm>
            <a:prstGeom prst="rect">
              <a:avLst/>
            </a:prstGeom>
            <a:solidFill>
              <a:srgbClr val="B8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0" name="Google Shape;650;p14"/>
            <p:cNvSpPr/>
            <p:nvPr/>
          </p:nvSpPr>
          <p:spPr>
            <a:xfrm>
              <a:off x="5715000" y="5086350"/>
              <a:ext cx="69900" cy="573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1" name="Google Shape;651;p14"/>
            <p:cNvSpPr/>
            <p:nvPr/>
          </p:nvSpPr>
          <p:spPr>
            <a:xfrm>
              <a:off x="5778500" y="5086350"/>
              <a:ext cx="69900" cy="57300"/>
            </a:xfrm>
            <a:prstGeom prst="rect">
              <a:avLst/>
            </a:prstGeom>
            <a:solidFill>
              <a:srgbClr val="BA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2" name="Google Shape;652;p14"/>
            <p:cNvSpPr/>
            <p:nvPr/>
          </p:nvSpPr>
          <p:spPr>
            <a:xfrm>
              <a:off x="5842000" y="5086350"/>
              <a:ext cx="69900" cy="573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p14"/>
            <p:cNvSpPr/>
            <p:nvPr/>
          </p:nvSpPr>
          <p:spPr>
            <a:xfrm>
              <a:off x="5905500" y="5086350"/>
              <a:ext cx="69900" cy="57300"/>
            </a:xfrm>
            <a:prstGeom prst="rect">
              <a:avLst/>
            </a:prstGeom>
            <a:solidFill>
              <a:srgbClr val="BD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14"/>
            <p:cNvSpPr/>
            <p:nvPr/>
          </p:nvSpPr>
          <p:spPr>
            <a:xfrm>
              <a:off x="5969000" y="5086350"/>
              <a:ext cx="69900" cy="57300"/>
            </a:xfrm>
            <a:prstGeom prst="rect">
              <a:avLst/>
            </a:prstGeom>
            <a:solidFill>
              <a:srgbClr val="BE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5" name="Google Shape;655;p14"/>
            <p:cNvSpPr/>
            <p:nvPr/>
          </p:nvSpPr>
          <p:spPr>
            <a:xfrm>
              <a:off x="6032500" y="5086350"/>
              <a:ext cx="69900" cy="57300"/>
            </a:xfrm>
            <a:prstGeom prst="rect">
              <a:avLst/>
            </a:prstGeom>
            <a:solidFill>
              <a:srgbClr val="C0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6" name="Google Shape;656;p14"/>
            <p:cNvSpPr/>
            <p:nvPr/>
          </p:nvSpPr>
          <p:spPr>
            <a:xfrm>
              <a:off x="6096000" y="5086350"/>
              <a:ext cx="69900" cy="57300"/>
            </a:xfrm>
            <a:prstGeom prst="rect">
              <a:avLst/>
            </a:prstGeom>
            <a:solidFill>
              <a:srgbClr val="C1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7" name="Google Shape;657;p14"/>
            <p:cNvSpPr/>
            <p:nvPr/>
          </p:nvSpPr>
          <p:spPr>
            <a:xfrm>
              <a:off x="6159500" y="5086350"/>
              <a:ext cx="69900" cy="573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8" name="Google Shape;658;p14"/>
            <p:cNvSpPr/>
            <p:nvPr/>
          </p:nvSpPr>
          <p:spPr>
            <a:xfrm>
              <a:off x="6223000" y="5086350"/>
              <a:ext cx="69900" cy="57300"/>
            </a:xfrm>
            <a:prstGeom prst="rect">
              <a:avLst/>
            </a:prstGeom>
            <a:solidFill>
              <a:srgbClr val="C4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9" name="Google Shape;659;p14"/>
            <p:cNvSpPr/>
            <p:nvPr/>
          </p:nvSpPr>
          <p:spPr>
            <a:xfrm>
              <a:off x="6286500" y="5086350"/>
              <a:ext cx="69900" cy="573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0" name="Google Shape;660;p14"/>
            <p:cNvSpPr/>
            <p:nvPr/>
          </p:nvSpPr>
          <p:spPr>
            <a:xfrm>
              <a:off x="6350000" y="5086350"/>
              <a:ext cx="69900" cy="57300"/>
            </a:xfrm>
            <a:prstGeom prst="rect">
              <a:avLst/>
            </a:prstGeom>
            <a:solidFill>
              <a:srgbClr val="C6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p14"/>
            <p:cNvSpPr/>
            <p:nvPr/>
          </p:nvSpPr>
          <p:spPr>
            <a:xfrm>
              <a:off x="6413500" y="5086350"/>
              <a:ext cx="69900" cy="57300"/>
            </a:xfrm>
            <a:prstGeom prst="rect">
              <a:avLst/>
            </a:prstGeom>
            <a:solidFill>
              <a:srgbClr val="C7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14"/>
            <p:cNvSpPr/>
            <p:nvPr/>
          </p:nvSpPr>
          <p:spPr>
            <a:xfrm>
              <a:off x="6477000" y="5086350"/>
              <a:ext cx="69900" cy="573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14"/>
            <p:cNvSpPr/>
            <p:nvPr/>
          </p:nvSpPr>
          <p:spPr>
            <a:xfrm>
              <a:off x="6540500" y="5086350"/>
              <a:ext cx="69900" cy="57300"/>
            </a:xfrm>
            <a:prstGeom prst="rect">
              <a:avLst/>
            </a:prstGeom>
            <a:solidFill>
              <a:srgbClr val="CA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4" name="Google Shape;664;p14"/>
            <p:cNvSpPr/>
            <p:nvPr/>
          </p:nvSpPr>
          <p:spPr>
            <a:xfrm>
              <a:off x="6604000" y="5086350"/>
              <a:ext cx="69900" cy="57300"/>
            </a:xfrm>
            <a:prstGeom prst="rect">
              <a:avLst/>
            </a:prstGeom>
            <a:solidFill>
              <a:srgbClr val="CB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5" name="Google Shape;665;p14"/>
            <p:cNvSpPr/>
            <p:nvPr/>
          </p:nvSpPr>
          <p:spPr>
            <a:xfrm>
              <a:off x="6667500" y="5086350"/>
              <a:ext cx="69900" cy="57300"/>
            </a:xfrm>
            <a:prstGeom prst="rect">
              <a:avLst/>
            </a:prstGeom>
            <a:solidFill>
              <a:srgbClr val="CD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14"/>
            <p:cNvSpPr/>
            <p:nvPr/>
          </p:nvSpPr>
          <p:spPr>
            <a:xfrm>
              <a:off x="6731000" y="5086350"/>
              <a:ext cx="69900" cy="57300"/>
            </a:xfrm>
            <a:prstGeom prst="rect">
              <a:avLst/>
            </a:prstGeom>
            <a:solidFill>
              <a:srgbClr val="CE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7" name="Google Shape;667;p14"/>
            <p:cNvSpPr/>
            <p:nvPr/>
          </p:nvSpPr>
          <p:spPr>
            <a:xfrm>
              <a:off x="6794500" y="5086350"/>
              <a:ext cx="69900" cy="573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8" name="Google Shape;668;p14"/>
            <p:cNvSpPr/>
            <p:nvPr/>
          </p:nvSpPr>
          <p:spPr>
            <a:xfrm>
              <a:off x="6858000" y="5086350"/>
              <a:ext cx="69900" cy="57300"/>
            </a:xfrm>
            <a:prstGeom prst="rect">
              <a:avLst/>
            </a:prstGeom>
            <a:solidFill>
              <a:srgbClr val="D1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9" name="Google Shape;669;p14"/>
            <p:cNvSpPr/>
            <p:nvPr/>
          </p:nvSpPr>
          <p:spPr>
            <a:xfrm>
              <a:off x="6921500" y="5086350"/>
              <a:ext cx="69900" cy="573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0" name="Google Shape;670;p14"/>
            <p:cNvSpPr/>
            <p:nvPr/>
          </p:nvSpPr>
          <p:spPr>
            <a:xfrm>
              <a:off x="6985000" y="5086350"/>
              <a:ext cx="69900" cy="57300"/>
            </a:xfrm>
            <a:prstGeom prst="rect">
              <a:avLst/>
            </a:prstGeom>
            <a:solidFill>
              <a:srgbClr val="D3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1" name="Google Shape;671;p14"/>
            <p:cNvSpPr/>
            <p:nvPr/>
          </p:nvSpPr>
          <p:spPr>
            <a:xfrm>
              <a:off x="7048500" y="5086350"/>
              <a:ext cx="69900" cy="573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2" name="Google Shape;672;p14"/>
            <p:cNvSpPr/>
            <p:nvPr/>
          </p:nvSpPr>
          <p:spPr>
            <a:xfrm>
              <a:off x="7112000" y="5086350"/>
              <a:ext cx="69900" cy="57300"/>
            </a:xfrm>
            <a:prstGeom prst="rect">
              <a:avLst/>
            </a:prstGeom>
            <a:solidFill>
              <a:srgbClr val="D6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3" name="Google Shape;673;p14"/>
            <p:cNvSpPr/>
            <p:nvPr/>
          </p:nvSpPr>
          <p:spPr>
            <a:xfrm>
              <a:off x="7175500" y="5086350"/>
              <a:ext cx="69900" cy="57300"/>
            </a:xfrm>
            <a:prstGeom prst="rect">
              <a:avLst/>
            </a:prstGeom>
            <a:solidFill>
              <a:srgbClr val="D75D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4" name="Google Shape;674;p14"/>
            <p:cNvSpPr/>
            <p:nvPr/>
          </p:nvSpPr>
          <p:spPr>
            <a:xfrm>
              <a:off x="7239000" y="5086350"/>
              <a:ext cx="69900" cy="573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5" name="Google Shape;675;p14"/>
            <p:cNvSpPr/>
            <p:nvPr/>
          </p:nvSpPr>
          <p:spPr>
            <a:xfrm>
              <a:off x="7302500" y="5086350"/>
              <a:ext cx="69900" cy="57300"/>
            </a:xfrm>
            <a:prstGeom prst="rect">
              <a:avLst/>
            </a:prstGeom>
            <a:solidFill>
              <a:srgbClr val="DA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6" name="Google Shape;676;p14"/>
            <p:cNvSpPr/>
            <p:nvPr/>
          </p:nvSpPr>
          <p:spPr>
            <a:xfrm>
              <a:off x="7366000" y="5086350"/>
              <a:ext cx="69900" cy="57300"/>
            </a:xfrm>
            <a:prstGeom prst="rect">
              <a:avLst/>
            </a:prstGeom>
            <a:solidFill>
              <a:srgbClr val="DB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7" name="Google Shape;677;p14"/>
            <p:cNvSpPr/>
            <p:nvPr/>
          </p:nvSpPr>
          <p:spPr>
            <a:xfrm>
              <a:off x="7429500" y="5086350"/>
              <a:ext cx="69900" cy="57300"/>
            </a:xfrm>
            <a:prstGeom prst="rect">
              <a:avLst/>
            </a:prstGeom>
            <a:solidFill>
              <a:srgbClr val="DD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8" name="Google Shape;678;p14"/>
            <p:cNvSpPr/>
            <p:nvPr/>
          </p:nvSpPr>
          <p:spPr>
            <a:xfrm>
              <a:off x="7493000" y="5086350"/>
              <a:ext cx="69900" cy="57300"/>
            </a:xfrm>
            <a:prstGeom prst="rect">
              <a:avLst/>
            </a:prstGeom>
            <a:solidFill>
              <a:srgbClr val="DE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9" name="Google Shape;679;p14"/>
            <p:cNvSpPr/>
            <p:nvPr/>
          </p:nvSpPr>
          <p:spPr>
            <a:xfrm>
              <a:off x="7556500" y="5086350"/>
              <a:ext cx="69900" cy="573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0" name="Google Shape;680;p14"/>
            <p:cNvSpPr/>
            <p:nvPr/>
          </p:nvSpPr>
          <p:spPr>
            <a:xfrm>
              <a:off x="7620000" y="5086350"/>
              <a:ext cx="69900" cy="57300"/>
            </a:xfrm>
            <a:prstGeom prst="rect">
              <a:avLst/>
            </a:prstGeom>
            <a:solidFill>
              <a:srgbClr val="E1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1" name="Google Shape;681;p14"/>
            <p:cNvSpPr/>
            <p:nvPr/>
          </p:nvSpPr>
          <p:spPr>
            <a:xfrm>
              <a:off x="7683500" y="5086350"/>
              <a:ext cx="69900" cy="573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2" name="Google Shape;682;p14"/>
            <p:cNvSpPr/>
            <p:nvPr/>
          </p:nvSpPr>
          <p:spPr>
            <a:xfrm>
              <a:off x="7747000" y="5086350"/>
              <a:ext cx="69900" cy="57300"/>
            </a:xfrm>
            <a:prstGeom prst="rect">
              <a:avLst/>
            </a:prstGeom>
            <a:solidFill>
              <a:srgbClr val="E3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3" name="Google Shape;683;p14"/>
            <p:cNvSpPr/>
            <p:nvPr/>
          </p:nvSpPr>
          <p:spPr>
            <a:xfrm>
              <a:off x="7810500" y="5086350"/>
              <a:ext cx="69900" cy="573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4" name="Google Shape;684;p14"/>
            <p:cNvSpPr/>
            <p:nvPr/>
          </p:nvSpPr>
          <p:spPr>
            <a:xfrm>
              <a:off x="7874000" y="5086350"/>
              <a:ext cx="69900" cy="57300"/>
            </a:xfrm>
            <a:prstGeom prst="rect">
              <a:avLst/>
            </a:prstGeom>
            <a:solidFill>
              <a:srgbClr val="E6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5" name="Google Shape;685;p14"/>
            <p:cNvSpPr/>
            <p:nvPr/>
          </p:nvSpPr>
          <p:spPr>
            <a:xfrm>
              <a:off x="7937500" y="5086350"/>
              <a:ext cx="69900" cy="57300"/>
            </a:xfrm>
            <a:prstGeom prst="rect">
              <a:avLst/>
            </a:prstGeom>
            <a:solidFill>
              <a:srgbClr val="E75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6" name="Google Shape;686;p14"/>
            <p:cNvSpPr/>
            <p:nvPr/>
          </p:nvSpPr>
          <p:spPr>
            <a:xfrm>
              <a:off x="8001000" y="5086350"/>
              <a:ext cx="69900" cy="573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7" name="Google Shape;687;p14"/>
            <p:cNvSpPr/>
            <p:nvPr/>
          </p:nvSpPr>
          <p:spPr>
            <a:xfrm>
              <a:off x="8064500" y="5086350"/>
              <a:ext cx="69900" cy="57300"/>
            </a:xfrm>
            <a:prstGeom prst="rect">
              <a:avLst/>
            </a:prstGeom>
            <a:solidFill>
              <a:srgbClr val="EA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8" name="Google Shape;688;p14"/>
            <p:cNvSpPr/>
            <p:nvPr/>
          </p:nvSpPr>
          <p:spPr>
            <a:xfrm>
              <a:off x="8128000" y="5086350"/>
              <a:ext cx="69900" cy="57300"/>
            </a:xfrm>
            <a:prstGeom prst="rect">
              <a:avLst/>
            </a:prstGeom>
            <a:solidFill>
              <a:srgbClr val="EB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9" name="Google Shape;689;p14"/>
            <p:cNvSpPr/>
            <p:nvPr/>
          </p:nvSpPr>
          <p:spPr>
            <a:xfrm>
              <a:off x="8191500" y="5086350"/>
              <a:ext cx="69900" cy="573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0" name="Google Shape;690;p14"/>
            <p:cNvSpPr/>
            <p:nvPr/>
          </p:nvSpPr>
          <p:spPr>
            <a:xfrm>
              <a:off x="8255000" y="5086350"/>
              <a:ext cx="69900" cy="57300"/>
            </a:xfrm>
            <a:prstGeom prst="rect">
              <a:avLst/>
            </a:prstGeom>
            <a:solidFill>
              <a:srgbClr val="EE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1" name="Google Shape;691;p14"/>
            <p:cNvSpPr/>
            <p:nvPr/>
          </p:nvSpPr>
          <p:spPr>
            <a:xfrm>
              <a:off x="8318500" y="5086350"/>
              <a:ext cx="69900" cy="573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2" name="Google Shape;692;p14"/>
            <p:cNvSpPr/>
            <p:nvPr/>
          </p:nvSpPr>
          <p:spPr>
            <a:xfrm>
              <a:off x="8382000" y="5086350"/>
              <a:ext cx="69900" cy="57300"/>
            </a:xfrm>
            <a:prstGeom prst="rect">
              <a:avLst/>
            </a:prstGeom>
            <a:solidFill>
              <a:srgbClr val="F0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3" name="Google Shape;693;p14"/>
            <p:cNvSpPr/>
            <p:nvPr/>
          </p:nvSpPr>
          <p:spPr>
            <a:xfrm>
              <a:off x="8445500" y="5086350"/>
              <a:ext cx="69900" cy="57300"/>
            </a:xfrm>
            <a:prstGeom prst="rect">
              <a:avLst/>
            </a:prstGeom>
            <a:solidFill>
              <a:srgbClr val="F25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14"/>
            <p:cNvSpPr/>
            <p:nvPr/>
          </p:nvSpPr>
          <p:spPr>
            <a:xfrm>
              <a:off x="8509000" y="5086350"/>
              <a:ext cx="69900" cy="57300"/>
            </a:xfrm>
            <a:prstGeom prst="rect">
              <a:avLst/>
            </a:prstGeom>
            <a:solidFill>
              <a:srgbClr val="F3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5" name="Google Shape;695;p14"/>
            <p:cNvSpPr/>
            <p:nvPr/>
          </p:nvSpPr>
          <p:spPr>
            <a:xfrm>
              <a:off x="8572500" y="5086350"/>
              <a:ext cx="69900" cy="57300"/>
            </a:xfrm>
            <a:prstGeom prst="rect">
              <a:avLst/>
            </a:prstGeom>
            <a:solidFill>
              <a:srgbClr val="F4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6" name="Google Shape;696;p14"/>
            <p:cNvSpPr/>
            <p:nvPr/>
          </p:nvSpPr>
          <p:spPr>
            <a:xfrm>
              <a:off x="8636000" y="5086350"/>
              <a:ext cx="69900" cy="57300"/>
            </a:xfrm>
            <a:prstGeom prst="rect">
              <a:avLst/>
            </a:prstGeom>
            <a:solidFill>
              <a:srgbClr val="F6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7" name="Google Shape;697;p14"/>
            <p:cNvSpPr/>
            <p:nvPr/>
          </p:nvSpPr>
          <p:spPr>
            <a:xfrm>
              <a:off x="8699500" y="5086350"/>
              <a:ext cx="69900" cy="57300"/>
            </a:xfrm>
            <a:prstGeom prst="rect">
              <a:avLst/>
            </a:prstGeom>
            <a:solidFill>
              <a:srgbClr val="F7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8" name="Google Shape;698;p14"/>
            <p:cNvSpPr/>
            <p:nvPr/>
          </p:nvSpPr>
          <p:spPr>
            <a:xfrm>
              <a:off x="8763000" y="5086350"/>
              <a:ext cx="69900" cy="57300"/>
            </a:xfrm>
            <a:prstGeom prst="rect">
              <a:avLst/>
            </a:prstGeom>
            <a:solidFill>
              <a:srgbClr val="F8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9" name="Google Shape;699;p14"/>
            <p:cNvSpPr/>
            <p:nvPr/>
          </p:nvSpPr>
          <p:spPr>
            <a:xfrm>
              <a:off x="8826500" y="5086350"/>
              <a:ext cx="69900" cy="57300"/>
            </a:xfrm>
            <a:prstGeom prst="rect">
              <a:avLst/>
            </a:prstGeom>
            <a:solidFill>
              <a:srgbClr val="FA53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0" name="Google Shape;700;p14"/>
            <p:cNvSpPr/>
            <p:nvPr/>
          </p:nvSpPr>
          <p:spPr>
            <a:xfrm>
              <a:off x="8890000" y="5086350"/>
              <a:ext cx="69900" cy="57300"/>
            </a:xfrm>
            <a:prstGeom prst="rect">
              <a:avLst/>
            </a:prstGeom>
            <a:solidFill>
              <a:srgbClr val="FB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1" name="Google Shape;701;p14"/>
            <p:cNvSpPr/>
            <p:nvPr/>
          </p:nvSpPr>
          <p:spPr>
            <a:xfrm>
              <a:off x="8953500" y="5086350"/>
              <a:ext cx="69900" cy="573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14"/>
            <p:cNvSpPr/>
            <p:nvPr/>
          </p:nvSpPr>
          <p:spPr>
            <a:xfrm>
              <a:off x="9017000" y="5086350"/>
              <a:ext cx="69900" cy="57300"/>
            </a:xfrm>
            <a:prstGeom prst="rect">
              <a:avLst/>
            </a:prstGeom>
            <a:solidFill>
              <a:srgbClr val="FE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3" name="Google Shape;703;p14"/>
            <p:cNvSpPr/>
            <p:nvPr/>
          </p:nvSpPr>
          <p:spPr>
            <a:xfrm>
              <a:off x="9080500" y="5086350"/>
              <a:ext cx="69900" cy="573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04" name="Google Shape;704;p14"/>
          <p:cNvSpPr txBox="1"/>
          <p:nvPr/>
        </p:nvSpPr>
        <p:spPr>
          <a:xfrm>
            <a:off x="8524875" y="4867275"/>
            <a:ext cx="476400" cy="19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1100">
                <a:solidFill>
                  <a:srgbClr val="6D17EE"/>
                </a:solidFill>
                <a:latin typeface="Noto Sans JP"/>
                <a:ea typeface="Noto Sans JP"/>
                <a:cs typeface="Noto Sans JP"/>
                <a:sym typeface="Noto Sans JP"/>
              </a:rPr>
              <a:t>1</a:t>
            </a:r>
            <a:endParaRPr sz="1100">
              <a:solidFill>
                <a:srgbClr val="6D17EE"/>
              </a:solidFill>
              <a:latin typeface="Noto Sans JP"/>
              <a:ea typeface="Noto Sans JP"/>
              <a:cs typeface="Noto Sans JP"/>
              <a:sym typeface="Noto Sans JP"/>
            </a:endParaRPr>
          </a:p>
        </p:txBody>
      </p:sp>
      <p:pic>
        <p:nvPicPr>
          <p:cNvPr id="705" name="Google Shape;705;p14" title="logo_Google_for_Education_lockup_horizontal_RGB.png"/>
          <p:cNvPicPr preferRelativeResize="0"/>
          <p:nvPr/>
        </p:nvPicPr>
        <p:blipFill>
          <a:blip r:embed="rId3">
            <a:alphaModFix/>
          </a:blip>
          <a:stretch>
            <a:fillRect/>
          </a:stretch>
        </p:blipFill>
        <p:spPr>
          <a:xfrm>
            <a:off x="5985150" y="323750"/>
            <a:ext cx="2608101" cy="591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9" name="Shape 709"/>
        <p:cNvGrpSpPr/>
        <p:nvPr/>
      </p:nvGrpSpPr>
      <p:grpSpPr>
        <a:xfrm>
          <a:off x="0" y="0"/>
          <a:ext cx="0" cy="0"/>
          <a:chOff x="0" y="0"/>
          <a:chExt cx="0" cy="0"/>
        </a:xfrm>
      </p:grpSpPr>
      <p:sp>
        <p:nvSpPr>
          <p:cNvPr id="710" name="Google Shape;710;p15"/>
          <p:cNvSpPr txBox="1"/>
          <p:nvPr/>
        </p:nvSpPr>
        <p:spPr>
          <a:xfrm>
            <a:off x="238125" y="298500"/>
            <a:ext cx="5883600" cy="30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rgbClr val="333333"/>
                </a:solidFill>
                <a:latin typeface="Noto Sans JP"/>
                <a:ea typeface="Noto Sans JP"/>
                <a:cs typeface="Noto Sans JP"/>
                <a:sym typeface="Noto Sans JP"/>
              </a:rPr>
              <a:t>なぜ今「学びの保障」が必要なのか</a:t>
            </a:r>
            <a:endParaRPr b="1" sz="2400">
              <a:solidFill>
                <a:srgbClr val="333333"/>
              </a:solidFill>
              <a:latin typeface="Noto Sans JP"/>
              <a:ea typeface="Noto Sans JP"/>
              <a:cs typeface="Noto Sans JP"/>
              <a:sym typeface="Noto Sans JP"/>
            </a:endParaRPr>
          </a:p>
        </p:txBody>
      </p:sp>
      <p:grpSp>
        <p:nvGrpSpPr>
          <p:cNvPr id="711" name="Google Shape;711;p15"/>
          <p:cNvGrpSpPr/>
          <p:nvPr/>
        </p:nvGrpSpPr>
        <p:grpSpPr>
          <a:xfrm>
            <a:off x="238125" y="762000"/>
            <a:ext cx="5003800" cy="38100"/>
            <a:chOff x="238125" y="762000"/>
            <a:chExt cx="5003800" cy="38100"/>
          </a:xfrm>
        </p:grpSpPr>
        <p:sp>
          <p:nvSpPr>
            <p:cNvPr id="712" name="Google Shape;712;p15"/>
            <p:cNvSpPr/>
            <p:nvPr/>
          </p:nvSpPr>
          <p:spPr>
            <a:xfrm>
              <a:off x="238125" y="762000"/>
              <a:ext cx="38100" cy="38100"/>
            </a:xfrm>
            <a:prstGeom prst="ellipse">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3" name="Google Shape;713;p15"/>
            <p:cNvSpPr/>
            <p:nvPr/>
          </p:nvSpPr>
          <p:spPr>
            <a:xfrm>
              <a:off x="5203825" y="762000"/>
              <a:ext cx="38100" cy="38100"/>
            </a:xfrm>
            <a:prstGeom prst="ellipse">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14" name="Google Shape;714;p15"/>
            <p:cNvGrpSpPr/>
            <p:nvPr/>
          </p:nvGrpSpPr>
          <p:grpSpPr>
            <a:xfrm>
              <a:off x="257175" y="762000"/>
              <a:ext cx="4965518" cy="38100"/>
              <a:chOff x="25400000" y="0"/>
              <a:chExt cx="3816400" cy="38100"/>
            </a:xfrm>
          </p:grpSpPr>
          <p:sp>
            <p:nvSpPr>
              <p:cNvPr id="715" name="Google Shape;715;p15"/>
              <p:cNvSpPr/>
              <p:nvPr/>
            </p:nvSpPr>
            <p:spPr>
              <a:xfrm>
                <a:off x="25400000" y="0"/>
                <a:ext cx="699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6" name="Google Shape;716;p15"/>
              <p:cNvSpPr/>
              <p:nvPr/>
            </p:nvSpPr>
            <p:spPr>
              <a:xfrm>
                <a:off x="25463500" y="0"/>
                <a:ext cx="69900" cy="381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7" name="Google Shape;717;p15"/>
              <p:cNvSpPr/>
              <p:nvPr/>
            </p:nvSpPr>
            <p:spPr>
              <a:xfrm>
                <a:off x="25527000" y="0"/>
                <a:ext cx="69900" cy="38100"/>
              </a:xfrm>
              <a:prstGeom prst="rect">
                <a:avLst/>
              </a:prstGeom>
              <a:solidFill>
                <a:srgbClr val="48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8" name="Google Shape;718;p15"/>
              <p:cNvSpPr/>
              <p:nvPr/>
            </p:nvSpPr>
            <p:spPr>
              <a:xfrm>
                <a:off x="25590500" y="0"/>
                <a:ext cx="69900" cy="38100"/>
              </a:xfrm>
              <a:prstGeom prst="rect">
                <a:avLst/>
              </a:prstGeom>
              <a:solidFill>
                <a:srgbClr val="4C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9" name="Google Shape;719;p15"/>
              <p:cNvSpPr/>
              <p:nvPr/>
            </p:nvSpPr>
            <p:spPr>
              <a:xfrm>
                <a:off x="25654000" y="0"/>
                <a:ext cx="69900" cy="38100"/>
              </a:xfrm>
              <a:prstGeom prst="rect">
                <a:avLst/>
              </a:prstGeom>
              <a:solidFill>
                <a:srgbClr val="4F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0" name="Google Shape;720;p15"/>
              <p:cNvSpPr/>
              <p:nvPr/>
            </p:nvSpPr>
            <p:spPr>
              <a:xfrm>
                <a:off x="25717500" y="0"/>
                <a:ext cx="69900" cy="381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1" name="Google Shape;721;p15"/>
              <p:cNvSpPr/>
              <p:nvPr/>
            </p:nvSpPr>
            <p:spPr>
              <a:xfrm>
                <a:off x="25781000" y="0"/>
                <a:ext cx="69900" cy="381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2" name="Google Shape;722;p15"/>
              <p:cNvSpPr/>
              <p:nvPr/>
            </p:nvSpPr>
            <p:spPr>
              <a:xfrm>
                <a:off x="25844500" y="0"/>
                <a:ext cx="69900" cy="381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3" name="Google Shape;723;p15"/>
              <p:cNvSpPr/>
              <p:nvPr/>
            </p:nvSpPr>
            <p:spPr>
              <a:xfrm>
                <a:off x="25908000" y="0"/>
                <a:ext cx="69900" cy="381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4" name="Google Shape;724;p15"/>
              <p:cNvSpPr/>
              <p:nvPr/>
            </p:nvSpPr>
            <p:spPr>
              <a:xfrm>
                <a:off x="25971500" y="0"/>
                <a:ext cx="69900" cy="381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5" name="Google Shape;725;p15"/>
              <p:cNvSpPr/>
              <p:nvPr/>
            </p:nvSpPr>
            <p:spPr>
              <a:xfrm>
                <a:off x="26035000" y="0"/>
                <a:ext cx="69900" cy="381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6" name="Google Shape;726;p15"/>
              <p:cNvSpPr/>
              <p:nvPr/>
            </p:nvSpPr>
            <p:spPr>
              <a:xfrm>
                <a:off x="26098500" y="0"/>
                <a:ext cx="69900" cy="38100"/>
              </a:xfrm>
              <a:prstGeom prst="rect">
                <a:avLst/>
              </a:prstGeom>
              <a:solidFill>
                <a:srgbClr val="65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7" name="Google Shape;727;p15"/>
              <p:cNvSpPr/>
              <p:nvPr/>
            </p:nvSpPr>
            <p:spPr>
              <a:xfrm>
                <a:off x="26162000" y="0"/>
                <a:ext cx="69900" cy="381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8" name="Google Shape;728;p15"/>
              <p:cNvSpPr/>
              <p:nvPr/>
            </p:nvSpPr>
            <p:spPr>
              <a:xfrm>
                <a:off x="26225500" y="0"/>
                <a:ext cx="69900" cy="381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9" name="Google Shape;729;p15"/>
              <p:cNvSpPr/>
              <p:nvPr/>
            </p:nvSpPr>
            <p:spPr>
              <a:xfrm>
                <a:off x="26289000" y="0"/>
                <a:ext cx="69900" cy="381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0" name="Google Shape;730;p15"/>
              <p:cNvSpPr/>
              <p:nvPr/>
            </p:nvSpPr>
            <p:spPr>
              <a:xfrm>
                <a:off x="26352500" y="0"/>
                <a:ext cx="69900" cy="381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1" name="Google Shape;731;p15"/>
              <p:cNvSpPr/>
              <p:nvPr/>
            </p:nvSpPr>
            <p:spPr>
              <a:xfrm>
                <a:off x="26416000" y="0"/>
                <a:ext cx="69900" cy="38100"/>
              </a:xfrm>
              <a:prstGeom prst="rect">
                <a:avLst/>
              </a:prstGeom>
              <a:solidFill>
                <a:srgbClr val="75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2" name="Google Shape;732;p15"/>
              <p:cNvSpPr/>
              <p:nvPr/>
            </p:nvSpPr>
            <p:spPr>
              <a:xfrm>
                <a:off x="26479500" y="0"/>
                <a:ext cx="69900" cy="381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3" name="Google Shape;733;p15"/>
              <p:cNvSpPr/>
              <p:nvPr/>
            </p:nvSpPr>
            <p:spPr>
              <a:xfrm>
                <a:off x="26543000" y="0"/>
                <a:ext cx="69900" cy="381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4" name="Google Shape;734;p15"/>
              <p:cNvSpPr/>
              <p:nvPr/>
            </p:nvSpPr>
            <p:spPr>
              <a:xfrm>
                <a:off x="26606500" y="0"/>
                <a:ext cx="69900" cy="381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5" name="Google Shape;735;p15"/>
              <p:cNvSpPr/>
              <p:nvPr/>
            </p:nvSpPr>
            <p:spPr>
              <a:xfrm>
                <a:off x="26670000" y="0"/>
                <a:ext cx="69900" cy="38100"/>
              </a:xfrm>
              <a:prstGeom prst="rect">
                <a:avLst/>
              </a:prstGeom>
              <a:solidFill>
                <a:srgbClr val="82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6" name="Google Shape;736;p15"/>
              <p:cNvSpPr/>
              <p:nvPr/>
            </p:nvSpPr>
            <p:spPr>
              <a:xfrm>
                <a:off x="26733500" y="0"/>
                <a:ext cx="69900" cy="381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7" name="Google Shape;737;p15"/>
              <p:cNvSpPr/>
              <p:nvPr/>
            </p:nvSpPr>
            <p:spPr>
              <a:xfrm>
                <a:off x="26797000" y="0"/>
                <a:ext cx="69900" cy="381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8" name="Google Shape;738;p15"/>
              <p:cNvSpPr/>
              <p:nvPr/>
            </p:nvSpPr>
            <p:spPr>
              <a:xfrm>
                <a:off x="26860500" y="0"/>
                <a:ext cx="69900" cy="381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9" name="Google Shape;739;p15"/>
              <p:cNvSpPr/>
              <p:nvPr/>
            </p:nvSpPr>
            <p:spPr>
              <a:xfrm>
                <a:off x="26924000" y="0"/>
                <a:ext cx="69900" cy="381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0" name="Google Shape;740;p15"/>
              <p:cNvSpPr/>
              <p:nvPr/>
            </p:nvSpPr>
            <p:spPr>
              <a:xfrm>
                <a:off x="26987500" y="0"/>
                <a:ext cx="69900" cy="38100"/>
              </a:xfrm>
              <a:prstGeom prst="rect">
                <a:avLst/>
              </a:prstGeom>
              <a:solidFill>
                <a:srgbClr val="92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1" name="Google Shape;741;p15"/>
              <p:cNvSpPr/>
              <p:nvPr/>
            </p:nvSpPr>
            <p:spPr>
              <a:xfrm>
                <a:off x="27051000" y="0"/>
                <a:ext cx="69900" cy="381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2" name="Google Shape;742;p15"/>
              <p:cNvSpPr/>
              <p:nvPr/>
            </p:nvSpPr>
            <p:spPr>
              <a:xfrm>
                <a:off x="27114500" y="0"/>
                <a:ext cx="69900" cy="381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3" name="Google Shape;743;p15"/>
              <p:cNvSpPr/>
              <p:nvPr/>
            </p:nvSpPr>
            <p:spPr>
              <a:xfrm>
                <a:off x="27178000" y="0"/>
                <a:ext cx="69900" cy="381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4" name="Google Shape;744;p15"/>
              <p:cNvSpPr/>
              <p:nvPr/>
            </p:nvSpPr>
            <p:spPr>
              <a:xfrm>
                <a:off x="27241500" y="0"/>
                <a:ext cx="69900" cy="381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15"/>
              <p:cNvSpPr/>
              <p:nvPr/>
            </p:nvSpPr>
            <p:spPr>
              <a:xfrm>
                <a:off x="27305000" y="0"/>
                <a:ext cx="69900" cy="381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6" name="Google Shape;746;p15"/>
              <p:cNvSpPr/>
              <p:nvPr/>
            </p:nvSpPr>
            <p:spPr>
              <a:xfrm>
                <a:off x="27368500" y="0"/>
                <a:ext cx="69900" cy="381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7" name="Google Shape;747;p15"/>
              <p:cNvSpPr/>
              <p:nvPr/>
            </p:nvSpPr>
            <p:spPr>
              <a:xfrm>
                <a:off x="27432000" y="0"/>
                <a:ext cx="69900" cy="381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8" name="Google Shape;748;p15"/>
              <p:cNvSpPr/>
              <p:nvPr/>
            </p:nvSpPr>
            <p:spPr>
              <a:xfrm>
                <a:off x="27495500" y="0"/>
                <a:ext cx="69900" cy="381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9" name="Google Shape;749;p15"/>
              <p:cNvSpPr/>
              <p:nvPr/>
            </p:nvSpPr>
            <p:spPr>
              <a:xfrm>
                <a:off x="27559000" y="0"/>
                <a:ext cx="69900" cy="38100"/>
              </a:xfrm>
              <a:prstGeom prst="rect">
                <a:avLst/>
              </a:prstGeom>
              <a:solidFill>
                <a:srgbClr val="AF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0" name="Google Shape;750;p15"/>
              <p:cNvSpPr/>
              <p:nvPr/>
            </p:nvSpPr>
            <p:spPr>
              <a:xfrm>
                <a:off x="27622500" y="0"/>
                <a:ext cx="69900" cy="381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15"/>
              <p:cNvSpPr/>
              <p:nvPr/>
            </p:nvSpPr>
            <p:spPr>
              <a:xfrm>
                <a:off x="27686000" y="0"/>
                <a:ext cx="69900" cy="381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2" name="Google Shape;752;p15"/>
              <p:cNvSpPr/>
              <p:nvPr/>
            </p:nvSpPr>
            <p:spPr>
              <a:xfrm>
                <a:off x="27749500" y="0"/>
                <a:ext cx="69900" cy="381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3" name="Google Shape;753;p15"/>
              <p:cNvSpPr/>
              <p:nvPr/>
            </p:nvSpPr>
            <p:spPr>
              <a:xfrm>
                <a:off x="27813000" y="0"/>
                <a:ext cx="69900" cy="381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4" name="Google Shape;754;p15"/>
              <p:cNvSpPr/>
              <p:nvPr/>
            </p:nvSpPr>
            <p:spPr>
              <a:xfrm>
                <a:off x="27876500" y="0"/>
                <a:ext cx="69900" cy="38100"/>
              </a:xfrm>
              <a:prstGeom prst="rect">
                <a:avLst/>
              </a:prstGeom>
              <a:solidFill>
                <a:srgbClr val="BF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5" name="Google Shape;755;p15"/>
              <p:cNvSpPr/>
              <p:nvPr/>
            </p:nvSpPr>
            <p:spPr>
              <a:xfrm>
                <a:off x="27940000" y="0"/>
                <a:ext cx="69900" cy="381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6" name="Google Shape;756;p15"/>
              <p:cNvSpPr/>
              <p:nvPr/>
            </p:nvSpPr>
            <p:spPr>
              <a:xfrm>
                <a:off x="28003500" y="0"/>
                <a:ext cx="69900" cy="381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7" name="Google Shape;757;p15"/>
              <p:cNvSpPr/>
              <p:nvPr/>
            </p:nvSpPr>
            <p:spPr>
              <a:xfrm>
                <a:off x="28067000" y="0"/>
                <a:ext cx="69900" cy="381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8" name="Google Shape;758;p15"/>
              <p:cNvSpPr/>
              <p:nvPr/>
            </p:nvSpPr>
            <p:spPr>
              <a:xfrm>
                <a:off x="28130500" y="0"/>
                <a:ext cx="69900" cy="38100"/>
              </a:xfrm>
              <a:prstGeom prst="rect">
                <a:avLst/>
              </a:prstGeom>
              <a:solidFill>
                <a:srgbClr val="CC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9" name="Google Shape;759;p15"/>
              <p:cNvSpPr/>
              <p:nvPr/>
            </p:nvSpPr>
            <p:spPr>
              <a:xfrm>
                <a:off x="28194000" y="0"/>
                <a:ext cx="69900" cy="381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0" name="Google Shape;760;p15"/>
              <p:cNvSpPr/>
              <p:nvPr/>
            </p:nvSpPr>
            <p:spPr>
              <a:xfrm>
                <a:off x="28257500" y="0"/>
                <a:ext cx="69900" cy="381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1" name="Google Shape;761;p15"/>
              <p:cNvSpPr/>
              <p:nvPr/>
            </p:nvSpPr>
            <p:spPr>
              <a:xfrm>
                <a:off x="28321000" y="0"/>
                <a:ext cx="69900" cy="381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2" name="Google Shape;762;p15"/>
              <p:cNvSpPr/>
              <p:nvPr/>
            </p:nvSpPr>
            <p:spPr>
              <a:xfrm>
                <a:off x="28384500" y="0"/>
                <a:ext cx="69900" cy="381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3" name="Google Shape;763;p15"/>
              <p:cNvSpPr/>
              <p:nvPr/>
            </p:nvSpPr>
            <p:spPr>
              <a:xfrm>
                <a:off x="28448000" y="0"/>
                <a:ext cx="69900" cy="38100"/>
              </a:xfrm>
              <a:prstGeom prst="rect">
                <a:avLst/>
              </a:prstGeom>
              <a:solidFill>
                <a:srgbClr val="DC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4" name="Google Shape;764;p15"/>
              <p:cNvSpPr/>
              <p:nvPr/>
            </p:nvSpPr>
            <p:spPr>
              <a:xfrm>
                <a:off x="28511500" y="0"/>
                <a:ext cx="69900" cy="381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5" name="Google Shape;765;p15"/>
              <p:cNvSpPr/>
              <p:nvPr/>
            </p:nvSpPr>
            <p:spPr>
              <a:xfrm>
                <a:off x="28575000" y="0"/>
                <a:ext cx="69900" cy="381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6" name="Google Shape;766;p15"/>
              <p:cNvSpPr/>
              <p:nvPr/>
            </p:nvSpPr>
            <p:spPr>
              <a:xfrm>
                <a:off x="28638500" y="0"/>
                <a:ext cx="69900" cy="381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7" name="Google Shape;767;p15"/>
              <p:cNvSpPr/>
              <p:nvPr/>
            </p:nvSpPr>
            <p:spPr>
              <a:xfrm>
                <a:off x="28702000" y="0"/>
                <a:ext cx="69900" cy="381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8" name="Google Shape;768;p15"/>
              <p:cNvSpPr/>
              <p:nvPr/>
            </p:nvSpPr>
            <p:spPr>
              <a:xfrm>
                <a:off x="28765500" y="0"/>
                <a:ext cx="69900" cy="381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9" name="Google Shape;769;p15"/>
              <p:cNvSpPr/>
              <p:nvPr/>
            </p:nvSpPr>
            <p:spPr>
              <a:xfrm>
                <a:off x="28829000" y="0"/>
                <a:ext cx="69900" cy="381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0" name="Google Shape;770;p15"/>
              <p:cNvSpPr/>
              <p:nvPr/>
            </p:nvSpPr>
            <p:spPr>
              <a:xfrm>
                <a:off x="28892500" y="0"/>
                <a:ext cx="69900" cy="38100"/>
              </a:xfrm>
              <a:prstGeom prst="rect">
                <a:avLst/>
              </a:prstGeom>
              <a:solidFill>
                <a:srgbClr val="F2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1" name="Google Shape;771;p15"/>
              <p:cNvSpPr/>
              <p:nvPr/>
            </p:nvSpPr>
            <p:spPr>
              <a:xfrm>
                <a:off x="28956000" y="0"/>
                <a:ext cx="69900" cy="38100"/>
              </a:xfrm>
              <a:prstGeom prst="rect">
                <a:avLst/>
              </a:prstGeom>
              <a:solidFill>
                <a:srgbClr val="F5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2" name="Google Shape;772;p15"/>
              <p:cNvSpPr/>
              <p:nvPr/>
            </p:nvSpPr>
            <p:spPr>
              <a:xfrm>
                <a:off x="29019500" y="0"/>
                <a:ext cx="69900" cy="38100"/>
              </a:xfrm>
              <a:prstGeom prst="rect">
                <a:avLst/>
              </a:prstGeom>
              <a:solidFill>
                <a:srgbClr val="F9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3" name="Google Shape;773;p15"/>
              <p:cNvSpPr/>
              <p:nvPr/>
            </p:nvSpPr>
            <p:spPr>
              <a:xfrm>
                <a:off x="29083000" y="0"/>
                <a:ext cx="69900" cy="381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4" name="Google Shape;774;p15"/>
              <p:cNvSpPr/>
              <p:nvPr/>
            </p:nvSpPr>
            <p:spPr>
              <a:xfrm>
                <a:off x="29146500" y="0"/>
                <a:ext cx="69900" cy="381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775" name="Google Shape;775;p15"/>
          <p:cNvSpPr txBox="1"/>
          <p:nvPr/>
        </p:nvSpPr>
        <p:spPr>
          <a:xfrm>
            <a:off x="238125" y="857250"/>
            <a:ext cx="60912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rgbClr val="333333"/>
                </a:solidFill>
                <a:latin typeface="Noto Sans JP"/>
                <a:ea typeface="Noto Sans JP"/>
                <a:cs typeface="Noto Sans JP"/>
                <a:sym typeface="Noto Sans JP"/>
              </a:rPr>
              <a:t>あらゆる事情で登校できない生徒へ学習機会を確実に届ける</a:t>
            </a:r>
            <a:endParaRPr sz="1600">
              <a:solidFill>
                <a:srgbClr val="333333"/>
              </a:solidFill>
              <a:latin typeface="Noto Sans JP"/>
              <a:ea typeface="Noto Sans JP"/>
              <a:cs typeface="Noto Sans JP"/>
              <a:sym typeface="Noto Sans JP"/>
            </a:endParaRPr>
          </a:p>
        </p:txBody>
      </p:sp>
      <p:sp>
        <p:nvSpPr>
          <p:cNvPr id="776" name="Google Shape;776;p15"/>
          <p:cNvSpPr txBox="1"/>
          <p:nvPr/>
        </p:nvSpPr>
        <p:spPr>
          <a:xfrm>
            <a:off x="633750" y="1347275"/>
            <a:ext cx="7876500" cy="32718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ja" sz="1600">
                <a:solidFill>
                  <a:srgbClr val="1F2937"/>
                </a:solidFill>
                <a:latin typeface="Noto Sans JP"/>
                <a:ea typeface="Noto Sans JP"/>
                <a:cs typeface="Noto Sans JP"/>
                <a:sym typeface="Noto Sans JP"/>
              </a:rPr>
              <a:t>病気療養、不登校、家庭事情などにより教室で受講できない生徒が確実に存在する</a:t>
            </a:r>
            <a:endParaRPr sz="16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t/>
            </a:r>
            <a:endParaRPr sz="16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rPr lang="ja" sz="1600">
                <a:solidFill>
                  <a:srgbClr val="1F2937"/>
                </a:solidFill>
                <a:latin typeface="Noto Sans JP"/>
                <a:ea typeface="Noto Sans JP"/>
                <a:cs typeface="Noto Sans JP"/>
                <a:sym typeface="Noto Sans JP"/>
              </a:rPr>
              <a:t>文部科学省の指針でも </a:t>
            </a:r>
            <a:r>
              <a:rPr b="1" lang="ja" sz="1800">
                <a:solidFill>
                  <a:srgbClr val="1F2937"/>
                </a:solidFill>
                <a:latin typeface="Noto Sans JP"/>
                <a:ea typeface="Noto Sans JP"/>
                <a:cs typeface="Noto Sans JP"/>
                <a:sym typeface="Noto Sans JP"/>
              </a:rPr>
              <a:t>ICTを活用した学校外での学習</a:t>
            </a:r>
            <a:r>
              <a:rPr lang="ja" sz="1600">
                <a:solidFill>
                  <a:srgbClr val="1F2937"/>
                </a:solidFill>
                <a:latin typeface="Noto Sans JP"/>
                <a:ea typeface="Noto Sans JP"/>
                <a:cs typeface="Noto Sans JP"/>
                <a:sym typeface="Noto Sans JP"/>
              </a:rPr>
              <a:t> や個別配慮の必要性が</a:t>
            </a:r>
            <a:br>
              <a:rPr lang="ja" sz="1600">
                <a:solidFill>
                  <a:srgbClr val="1F2937"/>
                </a:solidFill>
                <a:latin typeface="Noto Sans JP"/>
                <a:ea typeface="Noto Sans JP"/>
                <a:cs typeface="Noto Sans JP"/>
                <a:sym typeface="Noto Sans JP"/>
              </a:rPr>
            </a:br>
            <a:r>
              <a:rPr lang="ja" sz="1600">
                <a:solidFill>
                  <a:srgbClr val="1F2937"/>
                </a:solidFill>
                <a:latin typeface="Noto Sans JP"/>
                <a:ea typeface="Noto Sans JP"/>
                <a:cs typeface="Noto Sans JP"/>
                <a:sym typeface="Noto Sans JP"/>
              </a:rPr>
              <a:t>明示されている</a:t>
            </a:r>
            <a:endParaRPr sz="16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t/>
            </a:r>
            <a:endParaRPr sz="16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rPr lang="ja" sz="1600">
                <a:solidFill>
                  <a:srgbClr val="1F2937"/>
                </a:solidFill>
                <a:latin typeface="Noto Sans JP"/>
                <a:ea typeface="Noto Sans JP"/>
                <a:cs typeface="Noto Sans JP"/>
                <a:sym typeface="Noto Sans JP"/>
              </a:rPr>
              <a:t>本研修の最優先事項は多機能の習得ではなく </a:t>
            </a:r>
            <a:r>
              <a:rPr b="1" lang="ja" sz="1800">
                <a:solidFill>
                  <a:srgbClr val="6D17EE"/>
                </a:solidFill>
                <a:latin typeface="Noto Sans JP"/>
                <a:ea typeface="Noto Sans JP"/>
                <a:cs typeface="Noto Sans JP"/>
                <a:sym typeface="Noto Sans JP"/>
              </a:rPr>
              <a:t>教室に来られない生徒へ</a:t>
            </a:r>
            <a:br>
              <a:rPr b="1" lang="ja" sz="1800">
                <a:solidFill>
                  <a:srgbClr val="6D17EE"/>
                </a:solidFill>
                <a:latin typeface="Noto Sans JP"/>
                <a:ea typeface="Noto Sans JP"/>
                <a:cs typeface="Noto Sans JP"/>
                <a:sym typeface="Noto Sans JP"/>
              </a:rPr>
            </a:br>
            <a:r>
              <a:rPr b="1" lang="ja" sz="1800">
                <a:solidFill>
                  <a:srgbClr val="6D17EE"/>
                </a:solidFill>
                <a:latin typeface="Noto Sans JP"/>
                <a:ea typeface="Noto Sans JP"/>
                <a:cs typeface="Noto Sans JP"/>
                <a:sym typeface="Noto Sans JP"/>
              </a:rPr>
              <a:t>いつもの授業を届ける</a:t>
            </a:r>
            <a:r>
              <a:rPr lang="ja" sz="1600">
                <a:solidFill>
                  <a:srgbClr val="1F2937"/>
                </a:solidFill>
                <a:latin typeface="Noto Sans JP"/>
                <a:ea typeface="Noto Sans JP"/>
                <a:cs typeface="Noto Sans JP"/>
                <a:sym typeface="Noto Sans JP"/>
              </a:rPr>
              <a:t> こと</a:t>
            </a:r>
            <a:endParaRPr sz="16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t/>
            </a:r>
            <a:endParaRPr sz="16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600"/>
              </a:spcAft>
              <a:buNone/>
            </a:pPr>
            <a:r>
              <a:rPr lang="ja" sz="1600">
                <a:solidFill>
                  <a:srgbClr val="1F2937"/>
                </a:solidFill>
                <a:latin typeface="Noto Sans JP"/>
                <a:ea typeface="Noto Sans JP"/>
                <a:cs typeface="Noto Sans JP"/>
                <a:sym typeface="Noto Sans JP"/>
              </a:rPr>
              <a:t>リアルタイム配信だけでなく </a:t>
            </a:r>
            <a:r>
              <a:rPr b="1" lang="ja" sz="1800">
                <a:solidFill>
                  <a:srgbClr val="1F2937"/>
                </a:solidFill>
                <a:latin typeface="Noto Sans JP"/>
                <a:ea typeface="Noto Sans JP"/>
                <a:cs typeface="Noto Sans JP"/>
                <a:sym typeface="Noto Sans JP"/>
              </a:rPr>
              <a:t>後から学び直せる環境</a:t>
            </a:r>
            <a:r>
              <a:rPr lang="ja" sz="1600">
                <a:solidFill>
                  <a:srgbClr val="1F2937"/>
                </a:solidFill>
                <a:latin typeface="Noto Sans JP"/>
                <a:ea typeface="Noto Sans JP"/>
                <a:cs typeface="Noto Sans JP"/>
                <a:sym typeface="Noto Sans JP"/>
              </a:rPr>
              <a:t> を同時に作ることが</a:t>
            </a:r>
            <a:br>
              <a:rPr lang="ja" sz="1600">
                <a:solidFill>
                  <a:srgbClr val="1F2937"/>
                </a:solidFill>
                <a:latin typeface="Noto Sans JP"/>
                <a:ea typeface="Noto Sans JP"/>
                <a:cs typeface="Noto Sans JP"/>
                <a:sym typeface="Noto Sans JP"/>
              </a:rPr>
            </a:br>
            <a:r>
              <a:rPr lang="ja" sz="1600">
                <a:solidFill>
                  <a:srgbClr val="1F2937"/>
                </a:solidFill>
                <a:latin typeface="Noto Sans JP"/>
                <a:ea typeface="Noto Sans JP"/>
                <a:cs typeface="Noto Sans JP"/>
                <a:sym typeface="Noto Sans JP"/>
              </a:rPr>
              <a:t>重要である</a:t>
            </a:r>
            <a:endParaRPr sz="1600">
              <a:solidFill>
                <a:srgbClr val="1F2937"/>
              </a:solidFill>
              <a:latin typeface="Noto Sans JP"/>
              <a:ea typeface="Noto Sans JP"/>
              <a:cs typeface="Noto Sans JP"/>
              <a:sym typeface="Noto Sans JP"/>
            </a:endParaRPr>
          </a:p>
        </p:txBody>
      </p:sp>
      <p:grpSp>
        <p:nvGrpSpPr>
          <p:cNvPr id="777" name="Google Shape;777;p15"/>
          <p:cNvGrpSpPr/>
          <p:nvPr/>
        </p:nvGrpSpPr>
        <p:grpSpPr>
          <a:xfrm>
            <a:off x="0" y="5086350"/>
            <a:ext cx="9150400" cy="57300"/>
            <a:chOff x="0" y="5086350"/>
            <a:chExt cx="9150400" cy="57300"/>
          </a:xfrm>
        </p:grpSpPr>
        <p:sp>
          <p:nvSpPr>
            <p:cNvPr id="778" name="Google Shape;778;p15"/>
            <p:cNvSpPr/>
            <p:nvPr/>
          </p:nvSpPr>
          <p:spPr>
            <a:xfrm>
              <a:off x="0" y="5086350"/>
              <a:ext cx="699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9" name="Google Shape;779;p15"/>
            <p:cNvSpPr/>
            <p:nvPr/>
          </p:nvSpPr>
          <p:spPr>
            <a:xfrm>
              <a:off x="63500" y="5086350"/>
              <a:ext cx="69900" cy="57300"/>
            </a:xfrm>
            <a:prstGeom prst="rect">
              <a:avLst/>
            </a:prstGeom>
            <a:solidFill>
              <a:srgbClr val="43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0" name="Google Shape;780;p15"/>
            <p:cNvSpPr/>
            <p:nvPr/>
          </p:nvSpPr>
          <p:spPr>
            <a:xfrm>
              <a:off x="127000" y="5086350"/>
              <a:ext cx="69900" cy="573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1" name="Google Shape;781;p15"/>
            <p:cNvSpPr/>
            <p:nvPr/>
          </p:nvSpPr>
          <p:spPr>
            <a:xfrm>
              <a:off x="190500" y="5086350"/>
              <a:ext cx="69900" cy="57300"/>
            </a:xfrm>
            <a:prstGeom prst="rect">
              <a:avLst/>
            </a:prstGeom>
            <a:solidFill>
              <a:srgbClr val="46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2" name="Google Shape;782;p15"/>
            <p:cNvSpPr/>
            <p:nvPr/>
          </p:nvSpPr>
          <p:spPr>
            <a:xfrm>
              <a:off x="254000" y="5086350"/>
              <a:ext cx="69900" cy="57300"/>
            </a:xfrm>
            <a:prstGeom prst="rect">
              <a:avLst/>
            </a:prstGeom>
            <a:solidFill>
              <a:srgbClr val="4784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3" name="Google Shape;783;p15"/>
            <p:cNvSpPr/>
            <p:nvPr/>
          </p:nvSpPr>
          <p:spPr>
            <a:xfrm>
              <a:off x="317500" y="5086350"/>
              <a:ext cx="69900" cy="57300"/>
            </a:xfrm>
            <a:prstGeom prst="rect">
              <a:avLst/>
            </a:prstGeom>
            <a:solidFill>
              <a:srgbClr val="49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4" name="Google Shape;784;p15"/>
            <p:cNvSpPr/>
            <p:nvPr/>
          </p:nvSpPr>
          <p:spPr>
            <a:xfrm>
              <a:off x="381000" y="5086350"/>
              <a:ext cx="69900" cy="57300"/>
            </a:xfrm>
            <a:prstGeom prst="rect">
              <a:avLst/>
            </a:prstGeom>
            <a:solidFill>
              <a:srgbClr val="4A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5" name="Google Shape;785;p15"/>
            <p:cNvSpPr/>
            <p:nvPr/>
          </p:nvSpPr>
          <p:spPr>
            <a:xfrm>
              <a:off x="444500" y="5086350"/>
              <a:ext cx="69900" cy="57300"/>
            </a:xfrm>
            <a:prstGeom prst="rect">
              <a:avLst/>
            </a:prstGeom>
            <a:solidFill>
              <a:srgbClr val="4B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6" name="Google Shape;786;p15"/>
            <p:cNvSpPr/>
            <p:nvPr/>
          </p:nvSpPr>
          <p:spPr>
            <a:xfrm>
              <a:off x="508000" y="5086350"/>
              <a:ext cx="69900" cy="57300"/>
            </a:xfrm>
            <a:prstGeom prst="rect">
              <a:avLst/>
            </a:prstGeom>
            <a:solidFill>
              <a:srgbClr val="4D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7" name="Google Shape;787;p15"/>
            <p:cNvSpPr/>
            <p:nvPr/>
          </p:nvSpPr>
          <p:spPr>
            <a:xfrm>
              <a:off x="571500" y="5086350"/>
              <a:ext cx="69900" cy="57300"/>
            </a:xfrm>
            <a:prstGeom prst="rect">
              <a:avLst/>
            </a:prstGeom>
            <a:solidFill>
              <a:srgbClr val="4E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8" name="Google Shape;788;p15"/>
            <p:cNvSpPr/>
            <p:nvPr/>
          </p:nvSpPr>
          <p:spPr>
            <a:xfrm>
              <a:off x="635000" y="5086350"/>
              <a:ext cx="69900" cy="57300"/>
            </a:xfrm>
            <a:prstGeom prst="rect">
              <a:avLst/>
            </a:prstGeom>
            <a:solidFill>
              <a:srgbClr val="4F81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9" name="Google Shape;789;p15"/>
            <p:cNvSpPr/>
            <p:nvPr/>
          </p:nvSpPr>
          <p:spPr>
            <a:xfrm>
              <a:off x="698500" y="5086350"/>
              <a:ext cx="69900" cy="57300"/>
            </a:xfrm>
            <a:prstGeom prst="rect">
              <a:avLst/>
            </a:prstGeom>
            <a:solidFill>
              <a:srgbClr val="51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0" name="Google Shape;790;p15"/>
            <p:cNvSpPr/>
            <p:nvPr/>
          </p:nvSpPr>
          <p:spPr>
            <a:xfrm>
              <a:off x="762000" y="5086350"/>
              <a:ext cx="69900" cy="573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1" name="Google Shape;791;p15"/>
            <p:cNvSpPr/>
            <p:nvPr/>
          </p:nvSpPr>
          <p:spPr>
            <a:xfrm>
              <a:off x="825500" y="5086350"/>
              <a:ext cx="69900" cy="57300"/>
            </a:xfrm>
            <a:prstGeom prst="rect">
              <a:avLst/>
            </a:prstGeom>
            <a:solidFill>
              <a:srgbClr val="53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2" name="Google Shape;792;p15"/>
            <p:cNvSpPr/>
            <p:nvPr/>
          </p:nvSpPr>
          <p:spPr>
            <a:xfrm>
              <a:off x="889000" y="5086350"/>
              <a:ext cx="69900" cy="573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3" name="Google Shape;793;p15"/>
            <p:cNvSpPr/>
            <p:nvPr/>
          </p:nvSpPr>
          <p:spPr>
            <a:xfrm>
              <a:off x="952500" y="5086350"/>
              <a:ext cx="69900" cy="57300"/>
            </a:xfrm>
            <a:prstGeom prst="rect">
              <a:avLst/>
            </a:prstGeom>
            <a:solidFill>
              <a:srgbClr val="56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4" name="Google Shape;794;p15"/>
            <p:cNvSpPr/>
            <p:nvPr/>
          </p:nvSpPr>
          <p:spPr>
            <a:xfrm>
              <a:off x="1016000" y="5086350"/>
              <a:ext cx="69900" cy="57300"/>
            </a:xfrm>
            <a:prstGeom prst="rect">
              <a:avLst/>
            </a:prstGeom>
            <a:solidFill>
              <a:srgbClr val="57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5" name="Google Shape;795;p15"/>
            <p:cNvSpPr/>
            <p:nvPr/>
          </p:nvSpPr>
          <p:spPr>
            <a:xfrm>
              <a:off x="1079500" y="5086350"/>
              <a:ext cx="69900" cy="573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6" name="Google Shape;796;p15"/>
            <p:cNvSpPr/>
            <p:nvPr/>
          </p:nvSpPr>
          <p:spPr>
            <a:xfrm>
              <a:off x="1143000" y="5086350"/>
              <a:ext cx="69900" cy="57300"/>
            </a:xfrm>
            <a:prstGeom prst="rect">
              <a:avLst/>
            </a:prstGeom>
            <a:solidFill>
              <a:srgbClr val="5A7F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7" name="Google Shape;797;p15"/>
            <p:cNvSpPr/>
            <p:nvPr/>
          </p:nvSpPr>
          <p:spPr>
            <a:xfrm>
              <a:off x="1206500" y="5086350"/>
              <a:ext cx="69900" cy="57300"/>
            </a:xfrm>
            <a:prstGeom prst="rect">
              <a:avLst/>
            </a:prstGeom>
            <a:solidFill>
              <a:srgbClr val="5B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8" name="Google Shape;798;p15"/>
            <p:cNvSpPr/>
            <p:nvPr/>
          </p:nvSpPr>
          <p:spPr>
            <a:xfrm>
              <a:off x="1270000" y="5086350"/>
              <a:ext cx="69900" cy="573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9" name="Google Shape;799;p15"/>
            <p:cNvSpPr/>
            <p:nvPr/>
          </p:nvSpPr>
          <p:spPr>
            <a:xfrm>
              <a:off x="1333500" y="5086350"/>
              <a:ext cx="69900" cy="57300"/>
            </a:xfrm>
            <a:prstGeom prst="rect">
              <a:avLst/>
            </a:prstGeom>
            <a:solidFill>
              <a:srgbClr val="5E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0" name="Google Shape;800;p15"/>
            <p:cNvSpPr/>
            <p:nvPr/>
          </p:nvSpPr>
          <p:spPr>
            <a:xfrm>
              <a:off x="1397000" y="5086350"/>
              <a:ext cx="69900" cy="573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1" name="Google Shape;801;p15"/>
            <p:cNvSpPr/>
            <p:nvPr/>
          </p:nvSpPr>
          <p:spPr>
            <a:xfrm>
              <a:off x="1460500" y="5086350"/>
              <a:ext cx="69900" cy="57300"/>
            </a:xfrm>
            <a:prstGeom prst="rect">
              <a:avLst/>
            </a:prstGeom>
            <a:solidFill>
              <a:srgbClr val="60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2" name="Google Shape;802;p15"/>
            <p:cNvSpPr/>
            <p:nvPr/>
          </p:nvSpPr>
          <p:spPr>
            <a:xfrm>
              <a:off x="1524000" y="5086350"/>
              <a:ext cx="69900" cy="573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3" name="Google Shape;803;p15"/>
            <p:cNvSpPr/>
            <p:nvPr/>
          </p:nvSpPr>
          <p:spPr>
            <a:xfrm>
              <a:off x="1587500" y="5086350"/>
              <a:ext cx="69900" cy="57300"/>
            </a:xfrm>
            <a:prstGeom prst="rect">
              <a:avLst/>
            </a:prstGeom>
            <a:solidFill>
              <a:srgbClr val="63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4" name="Google Shape;804;p15"/>
            <p:cNvSpPr/>
            <p:nvPr/>
          </p:nvSpPr>
          <p:spPr>
            <a:xfrm>
              <a:off x="1651000" y="5086350"/>
              <a:ext cx="69900" cy="57300"/>
            </a:xfrm>
            <a:prstGeom prst="rect">
              <a:avLst/>
            </a:prstGeom>
            <a:solidFill>
              <a:srgbClr val="64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5" name="Google Shape;805;p15"/>
            <p:cNvSpPr/>
            <p:nvPr/>
          </p:nvSpPr>
          <p:spPr>
            <a:xfrm>
              <a:off x="1714500" y="5086350"/>
              <a:ext cx="69900" cy="57300"/>
            </a:xfrm>
            <a:prstGeom prst="rect">
              <a:avLst/>
            </a:prstGeom>
            <a:solidFill>
              <a:srgbClr val="66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6" name="Google Shape;806;p15"/>
            <p:cNvSpPr/>
            <p:nvPr/>
          </p:nvSpPr>
          <p:spPr>
            <a:xfrm>
              <a:off x="1778000" y="5086350"/>
              <a:ext cx="69900" cy="57300"/>
            </a:xfrm>
            <a:prstGeom prst="rect">
              <a:avLst/>
            </a:prstGeom>
            <a:solidFill>
              <a:srgbClr val="67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7" name="Google Shape;807;p15"/>
            <p:cNvSpPr/>
            <p:nvPr/>
          </p:nvSpPr>
          <p:spPr>
            <a:xfrm>
              <a:off x="1841500" y="5086350"/>
              <a:ext cx="69900" cy="573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8" name="Google Shape;808;p15"/>
            <p:cNvSpPr/>
            <p:nvPr/>
          </p:nvSpPr>
          <p:spPr>
            <a:xfrm>
              <a:off x="1905000" y="5086350"/>
              <a:ext cx="69900" cy="57300"/>
            </a:xfrm>
            <a:prstGeom prst="rect">
              <a:avLst/>
            </a:prstGeom>
            <a:solidFill>
              <a:srgbClr val="6A7A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9" name="Google Shape;809;p15"/>
            <p:cNvSpPr/>
            <p:nvPr/>
          </p:nvSpPr>
          <p:spPr>
            <a:xfrm>
              <a:off x="1968500" y="5086350"/>
              <a:ext cx="69900" cy="57300"/>
            </a:xfrm>
            <a:prstGeom prst="rect">
              <a:avLst/>
            </a:prstGeom>
            <a:solidFill>
              <a:srgbClr val="6B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0" name="Google Shape;810;p15"/>
            <p:cNvSpPr/>
            <p:nvPr/>
          </p:nvSpPr>
          <p:spPr>
            <a:xfrm>
              <a:off x="2032000" y="5086350"/>
              <a:ext cx="69900" cy="573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1" name="Google Shape;811;p15"/>
            <p:cNvSpPr/>
            <p:nvPr/>
          </p:nvSpPr>
          <p:spPr>
            <a:xfrm>
              <a:off x="2095500" y="5086350"/>
              <a:ext cx="69900" cy="57300"/>
            </a:xfrm>
            <a:prstGeom prst="rect">
              <a:avLst/>
            </a:prstGeom>
            <a:solidFill>
              <a:srgbClr val="6E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2" name="Google Shape;812;p15"/>
            <p:cNvSpPr/>
            <p:nvPr/>
          </p:nvSpPr>
          <p:spPr>
            <a:xfrm>
              <a:off x="2159000" y="5086350"/>
              <a:ext cx="69900" cy="573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3" name="Google Shape;813;p15"/>
            <p:cNvSpPr/>
            <p:nvPr/>
          </p:nvSpPr>
          <p:spPr>
            <a:xfrm>
              <a:off x="2222500" y="5086350"/>
              <a:ext cx="69900" cy="57300"/>
            </a:xfrm>
            <a:prstGeom prst="rect">
              <a:avLst/>
            </a:prstGeom>
            <a:solidFill>
              <a:srgbClr val="70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4" name="Google Shape;814;p15"/>
            <p:cNvSpPr/>
            <p:nvPr/>
          </p:nvSpPr>
          <p:spPr>
            <a:xfrm>
              <a:off x="2286000" y="5086350"/>
              <a:ext cx="69900" cy="573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5" name="Google Shape;815;p15"/>
            <p:cNvSpPr/>
            <p:nvPr/>
          </p:nvSpPr>
          <p:spPr>
            <a:xfrm>
              <a:off x="2349500" y="5086350"/>
              <a:ext cx="69900" cy="57300"/>
            </a:xfrm>
            <a:prstGeom prst="rect">
              <a:avLst/>
            </a:prstGeom>
            <a:solidFill>
              <a:srgbClr val="73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6" name="Google Shape;816;p15"/>
            <p:cNvSpPr/>
            <p:nvPr/>
          </p:nvSpPr>
          <p:spPr>
            <a:xfrm>
              <a:off x="2413000" y="5086350"/>
              <a:ext cx="69900" cy="57300"/>
            </a:xfrm>
            <a:prstGeom prst="rect">
              <a:avLst/>
            </a:prstGeom>
            <a:solidFill>
              <a:srgbClr val="74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7" name="Google Shape;817;p15"/>
            <p:cNvSpPr/>
            <p:nvPr/>
          </p:nvSpPr>
          <p:spPr>
            <a:xfrm>
              <a:off x="2476500" y="5086350"/>
              <a:ext cx="69900" cy="57300"/>
            </a:xfrm>
            <a:prstGeom prst="rect">
              <a:avLst/>
            </a:prstGeom>
            <a:solidFill>
              <a:srgbClr val="76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8" name="Google Shape;818;p15"/>
            <p:cNvSpPr/>
            <p:nvPr/>
          </p:nvSpPr>
          <p:spPr>
            <a:xfrm>
              <a:off x="2540000" y="5086350"/>
              <a:ext cx="69900" cy="57300"/>
            </a:xfrm>
            <a:prstGeom prst="rect">
              <a:avLst/>
            </a:prstGeom>
            <a:solidFill>
              <a:srgbClr val="77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9" name="Google Shape;819;p15"/>
            <p:cNvSpPr/>
            <p:nvPr/>
          </p:nvSpPr>
          <p:spPr>
            <a:xfrm>
              <a:off x="2603500" y="5086350"/>
              <a:ext cx="69900" cy="573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0" name="Google Shape;820;p15"/>
            <p:cNvSpPr/>
            <p:nvPr/>
          </p:nvSpPr>
          <p:spPr>
            <a:xfrm>
              <a:off x="2667000" y="5086350"/>
              <a:ext cx="69900" cy="57300"/>
            </a:xfrm>
            <a:prstGeom prst="rect">
              <a:avLst/>
            </a:prstGeom>
            <a:solidFill>
              <a:srgbClr val="7A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1" name="Google Shape;821;p15"/>
            <p:cNvSpPr/>
            <p:nvPr/>
          </p:nvSpPr>
          <p:spPr>
            <a:xfrm>
              <a:off x="2730500" y="5086350"/>
              <a:ext cx="69900" cy="57300"/>
            </a:xfrm>
            <a:prstGeom prst="rect">
              <a:avLst/>
            </a:prstGeom>
            <a:solidFill>
              <a:srgbClr val="7B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2" name="Google Shape;822;p15"/>
            <p:cNvSpPr/>
            <p:nvPr/>
          </p:nvSpPr>
          <p:spPr>
            <a:xfrm>
              <a:off x="2794000" y="5086350"/>
              <a:ext cx="69900" cy="573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3" name="Google Shape;823;p15"/>
            <p:cNvSpPr/>
            <p:nvPr/>
          </p:nvSpPr>
          <p:spPr>
            <a:xfrm>
              <a:off x="2857500" y="5086350"/>
              <a:ext cx="69900" cy="57300"/>
            </a:xfrm>
            <a:prstGeom prst="rect">
              <a:avLst/>
            </a:prstGeom>
            <a:solidFill>
              <a:srgbClr val="7D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4" name="Google Shape;824;p15"/>
            <p:cNvSpPr/>
            <p:nvPr/>
          </p:nvSpPr>
          <p:spPr>
            <a:xfrm>
              <a:off x="2921000" y="5086350"/>
              <a:ext cx="69900" cy="573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5" name="Google Shape;825;p15"/>
            <p:cNvSpPr/>
            <p:nvPr/>
          </p:nvSpPr>
          <p:spPr>
            <a:xfrm>
              <a:off x="2984500" y="5086350"/>
              <a:ext cx="69900" cy="57300"/>
            </a:xfrm>
            <a:prstGeom prst="rect">
              <a:avLst/>
            </a:prstGeom>
            <a:solidFill>
              <a:srgbClr val="80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6" name="Google Shape;826;p15"/>
            <p:cNvSpPr/>
            <p:nvPr/>
          </p:nvSpPr>
          <p:spPr>
            <a:xfrm>
              <a:off x="3048000" y="5086350"/>
              <a:ext cx="69900" cy="57300"/>
            </a:xfrm>
            <a:prstGeom prst="rect">
              <a:avLst/>
            </a:prstGeom>
            <a:solidFill>
              <a:srgbClr val="81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7" name="Google Shape;827;p15"/>
            <p:cNvSpPr/>
            <p:nvPr/>
          </p:nvSpPr>
          <p:spPr>
            <a:xfrm>
              <a:off x="3111500" y="5086350"/>
              <a:ext cx="69900" cy="57300"/>
            </a:xfrm>
            <a:prstGeom prst="rect">
              <a:avLst/>
            </a:prstGeom>
            <a:solidFill>
              <a:srgbClr val="83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8" name="Google Shape;828;p15"/>
            <p:cNvSpPr/>
            <p:nvPr/>
          </p:nvSpPr>
          <p:spPr>
            <a:xfrm>
              <a:off x="3175000" y="5086350"/>
              <a:ext cx="69900" cy="57300"/>
            </a:xfrm>
            <a:prstGeom prst="rect">
              <a:avLst/>
            </a:prstGeom>
            <a:solidFill>
              <a:srgbClr val="84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9" name="Google Shape;829;p15"/>
            <p:cNvSpPr/>
            <p:nvPr/>
          </p:nvSpPr>
          <p:spPr>
            <a:xfrm>
              <a:off x="3238500" y="5086350"/>
              <a:ext cx="69900" cy="573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0" name="Google Shape;830;p15"/>
            <p:cNvSpPr/>
            <p:nvPr/>
          </p:nvSpPr>
          <p:spPr>
            <a:xfrm>
              <a:off x="3302000" y="5086350"/>
              <a:ext cx="69900" cy="57300"/>
            </a:xfrm>
            <a:prstGeom prst="rect">
              <a:avLst/>
            </a:prstGeom>
            <a:solidFill>
              <a:srgbClr val="87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1" name="Google Shape;831;p15"/>
            <p:cNvSpPr/>
            <p:nvPr/>
          </p:nvSpPr>
          <p:spPr>
            <a:xfrm>
              <a:off x="3365500" y="5086350"/>
              <a:ext cx="69900" cy="573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2" name="Google Shape;832;p15"/>
            <p:cNvSpPr/>
            <p:nvPr/>
          </p:nvSpPr>
          <p:spPr>
            <a:xfrm>
              <a:off x="3429000" y="5086350"/>
              <a:ext cx="69900" cy="57300"/>
            </a:xfrm>
            <a:prstGeom prst="rect">
              <a:avLst/>
            </a:prstGeom>
            <a:solidFill>
              <a:srgbClr val="89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3" name="Google Shape;833;p15"/>
            <p:cNvSpPr/>
            <p:nvPr/>
          </p:nvSpPr>
          <p:spPr>
            <a:xfrm>
              <a:off x="3492500" y="5086350"/>
              <a:ext cx="69900" cy="57300"/>
            </a:xfrm>
            <a:prstGeom prst="rect">
              <a:avLst/>
            </a:prstGeom>
            <a:solidFill>
              <a:srgbClr val="8B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4" name="Google Shape;834;p15"/>
            <p:cNvSpPr/>
            <p:nvPr/>
          </p:nvSpPr>
          <p:spPr>
            <a:xfrm>
              <a:off x="3556000" y="5086350"/>
              <a:ext cx="69900" cy="573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5" name="Google Shape;835;p15"/>
            <p:cNvSpPr/>
            <p:nvPr/>
          </p:nvSpPr>
          <p:spPr>
            <a:xfrm>
              <a:off x="3619500" y="5086350"/>
              <a:ext cx="69900" cy="57300"/>
            </a:xfrm>
            <a:prstGeom prst="rect">
              <a:avLst/>
            </a:prstGeom>
            <a:solidFill>
              <a:srgbClr val="8D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6" name="Google Shape;836;p15"/>
            <p:cNvSpPr/>
            <p:nvPr/>
          </p:nvSpPr>
          <p:spPr>
            <a:xfrm>
              <a:off x="3683000" y="5086350"/>
              <a:ext cx="69900" cy="573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7" name="Google Shape;837;p15"/>
            <p:cNvSpPr/>
            <p:nvPr/>
          </p:nvSpPr>
          <p:spPr>
            <a:xfrm>
              <a:off x="3746500" y="5086350"/>
              <a:ext cx="69900" cy="57300"/>
            </a:xfrm>
            <a:prstGeom prst="rect">
              <a:avLst/>
            </a:prstGeom>
            <a:solidFill>
              <a:srgbClr val="90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8" name="Google Shape;838;p15"/>
            <p:cNvSpPr/>
            <p:nvPr/>
          </p:nvSpPr>
          <p:spPr>
            <a:xfrm>
              <a:off x="3810000" y="5086350"/>
              <a:ext cx="69900" cy="57300"/>
            </a:xfrm>
            <a:prstGeom prst="rect">
              <a:avLst/>
            </a:prstGeom>
            <a:solidFill>
              <a:srgbClr val="91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9" name="Google Shape;839;p15"/>
            <p:cNvSpPr/>
            <p:nvPr/>
          </p:nvSpPr>
          <p:spPr>
            <a:xfrm>
              <a:off x="3873500" y="5086350"/>
              <a:ext cx="69900" cy="57300"/>
            </a:xfrm>
            <a:prstGeom prst="rect">
              <a:avLst/>
            </a:prstGeom>
            <a:solidFill>
              <a:srgbClr val="93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0" name="Google Shape;840;p15"/>
            <p:cNvSpPr/>
            <p:nvPr/>
          </p:nvSpPr>
          <p:spPr>
            <a:xfrm>
              <a:off x="3937000" y="5086350"/>
              <a:ext cx="69900" cy="57300"/>
            </a:xfrm>
            <a:prstGeom prst="rect">
              <a:avLst/>
            </a:prstGeom>
            <a:solidFill>
              <a:srgbClr val="94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1" name="Google Shape;841;p15"/>
            <p:cNvSpPr/>
            <p:nvPr/>
          </p:nvSpPr>
          <p:spPr>
            <a:xfrm>
              <a:off x="4000500" y="5086350"/>
              <a:ext cx="69900" cy="573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2" name="Google Shape;842;p15"/>
            <p:cNvSpPr/>
            <p:nvPr/>
          </p:nvSpPr>
          <p:spPr>
            <a:xfrm>
              <a:off x="4064000" y="5086350"/>
              <a:ext cx="69900" cy="57300"/>
            </a:xfrm>
            <a:prstGeom prst="rect">
              <a:avLst/>
            </a:prstGeom>
            <a:solidFill>
              <a:srgbClr val="976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3" name="Google Shape;843;p15"/>
            <p:cNvSpPr/>
            <p:nvPr/>
          </p:nvSpPr>
          <p:spPr>
            <a:xfrm>
              <a:off x="4127500" y="5086350"/>
              <a:ext cx="69900" cy="573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4" name="Google Shape;844;p15"/>
            <p:cNvSpPr/>
            <p:nvPr/>
          </p:nvSpPr>
          <p:spPr>
            <a:xfrm>
              <a:off x="4191000" y="5086350"/>
              <a:ext cx="69900" cy="57300"/>
            </a:xfrm>
            <a:prstGeom prst="rect">
              <a:avLst/>
            </a:prstGeom>
            <a:solidFill>
              <a:srgbClr val="99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5" name="Google Shape;845;p15"/>
            <p:cNvSpPr/>
            <p:nvPr/>
          </p:nvSpPr>
          <p:spPr>
            <a:xfrm>
              <a:off x="4254500" y="5086350"/>
              <a:ext cx="69900" cy="57300"/>
            </a:xfrm>
            <a:prstGeom prst="rect">
              <a:avLst/>
            </a:prstGeom>
            <a:solidFill>
              <a:srgbClr val="9B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6" name="Google Shape;846;p15"/>
            <p:cNvSpPr/>
            <p:nvPr/>
          </p:nvSpPr>
          <p:spPr>
            <a:xfrm>
              <a:off x="4318000" y="5086350"/>
              <a:ext cx="69900" cy="573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7" name="Google Shape;847;p15"/>
            <p:cNvSpPr/>
            <p:nvPr/>
          </p:nvSpPr>
          <p:spPr>
            <a:xfrm>
              <a:off x="4381500" y="5086350"/>
              <a:ext cx="69900" cy="57300"/>
            </a:xfrm>
            <a:prstGeom prst="rect">
              <a:avLst/>
            </a:prstGeom>
            <a:solidFill>
              <a:srgbClr val="9D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8" name="Google Shape;848;p15"/>
            <p:cNvSpPr/>
            <p:nvPr/>
          </p:nvSpPr>
          <p:spPr>
            <a:xfrm>
              <a:off x="4445000" y="5086350"/>
              <a:ext cx="69900" cy="573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9" name="Google Shape;849;p15"/>
            <p:cNvSpPr/>
            <p:nvPr/>
          </p:nvSpPr>
          <p:spPr>
            <a:xfrm>
              <a:off x="4508500" y="5086350"/>
              <a:ext cx="69900" cy="57300"/>
            </a:xfrm>
            <a:prstGeom prst="rect">
              <a:avLst/>
            </a:prstGeom>
            <a:solidFill>
              <a:srgbClr val="A0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0" name="Google Shape;850;p15"/>
            <p:cNvSpPr/>
            <p:nvPr/>
          </p:nvSpPr>
          <p:spPr>
            <a:xfrm>
              <a:off x="4572000" y="5086350"/>
              <a:ext cx="69900" cy="57300"/>
            </a:xfrm>
            <a:prstGeom prst="rect">
              <a:avLst/>
            </a:prstGeom>
            <a:solidFill>
              <a:srgbClr val="A1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1" name="Google Shape;851;p15"/>
            <p:cNvSpPr/>
            <p:nvPr/>
          </p:nvSpPr>
          <p:spPr>
            <a:xfrm>
              <a:off x="4635500" y="5086350"/>
              <a:ext cx="69900" cy="573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2" name="Google Shape;852;p15"/>
            <p:cNvSpPr/>
            <p:nvPr/>
          </p:nvSpPr>
          <p:spPr>
            <a:xfrm>
              <a:off x="4699000" y="5086350"/>
              <a:ext cx="69900" cy="57300"/>
            </a:xfrm>
            <a:prstGeom prst="rect">
              <a:avLst/>
            </a:prstGeom>
            <a:solidFill>
              <a:srgbClr val="A4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3" name="Google Shape;853;p15"/>
            <p:cNvSpPr/>
            <p:nvPr/>
          </p:nvSpPr>
          <p:spPr>
            <a:xfrm>
              <a:off x="4762500" y="5086350"/>
              <a:ext cx="69900" cy="573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4" name="Google Shape;854;p15"/>
            <p:cNvSpPr/>
            <p:nvPr/>
          </p:nvSpPr>
          <p:spPr>
            <a:xfrm>
              <a:off x="4826000" y="5086350"/>
              <a:ext cx="69900" cy="57300"/>
            </a:xfrm>
            <a:prstGeom prst="rect">
              <a:avLst/>
            </a:prstGeom>
            <a:solidFill>
              <a:srgbClr val="A6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5" name="Google Shape;855;p15"/>
            <p:cNvSpPr/>
            <p:nvPr/>
          </p:nvSpPr>
          <p:spPr>
            <a:xfrm>
              <a:off x="4889500" y="5086350"/>
              <a:ext cx="69900" cy="57300"/>
            </a:xfrm>
            <a:prstGeom prst="rect">
              <a:avLst/>
            </a:prstGeom>
            <a:solidFill>
              <a:srgbClr val="A8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6" name="Google Shape;856;p15"/>
            <p:cNvSpPr/>
            <p:nvPr/>
          </p:nvSpPr>
          <p:spPr>
            <a:xfrm>
              <a:off x="4953000" y="5086350"/>
              <a:ext cx="69900" cy="573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7" name="Google Shape;857;p15"/>
            <p:cNvSpPr/>
            <p:nvPr/>
          </p:nvSpPr>
          <p:spPr>
            <a:xfrm>
              <a:off x="5016500" y="5086350"/>
              <a:ext cx="69900" cy="57300"/>
            </a:xfrm>
            <a:prstGeom prst="rect">
              <a:avLst/>
            </a:prstGeom>
            <a:solidFill>
              <a:srgbClr val="AA6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8" name="Google Shape;858;p15"/>
            <p:cNvSpPr/>
            <p:nvPr/>
          </p:nvSpPr>
          <p:spPr>
            <a:xfrm>
              <a:off x="5080000" y="5086350"/>
              <a:ext cx="69900" cy="573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9" name="Google Shape;859;p15"/>
            <p:cNvSpPr/>
            <p:nvPr/>
          </p:nvSpPr>
          <p:spPr>
            <a:xfrm>
              <a:off x="5143500" y="5086350"/>
              <a:ext cx="69900" cy="57300"/>
            </a:xfrm>
            <a:prstGeom prst="rect">
              <a:avLst/>
            </a:prstGeom>
            <a:solidFill>
              <a:srgbClr val="AD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0" name="Google Shape;860;p15"/>
            <p:cNvSpPr/>
            <p:nvPr/>
          </p:nvSpPr>
          <p:spPr>
            <a:xfrm>
              <a:off x="5207000" y="5086350"/>
              <a:ext cx="69900" cy="57300"/>
            </a:xfrm>
            <a:prstGeom prst="rect">
              <a:avLst/>
            </a:prstGeom>
            <a:solidFill>
              <a:srgbClr val="AE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1" name="Google Shape;861;p15"/>
            <p:cNvSpPr/>
            <p:nvPr/>
          </p:nvSpPr>
          <p:spPr>
            <a:xfrm>
              <a:off x="5270500" y="5086350"/>
              <a:ext cx="69900" cy="57300"/>
            </a:xfrm>
            <a:prstGeom prst="rect">
              <a:avLst/>
            </a:prstGeom>
            <a:solidFill>
              <a:srgbClr val="B0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2" name="Google Shape;862;p15"/>
            <p:cNvSpPr/>
            <p:nvPr/>
          </p:nvSpPr>
          <p:spPr>
            <a:xfrm>
              <a:off x="5334000" y="5086350"/>
              <a:ext cx="69900" cy="57300"/>
            </a:xfrm>
            <a:prstGeom prst="rect">
              <a:avLst/>
            </a:prstGeom>
            <a:solidFill>
              <a:srgbClr val="B1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3" name="Google Shape;863;p15"/>
            <p:cNvSpPr/>
            <p:nvPr/>
          </p:nvSpPr>
          <p:spPr>
            <a:xfrm>
              <a:off x="5397500" y="5086350"/>
              <a:ext cx="69900" cy="573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4" name="Google Shape;864;p15"/>
            <p:cNvSpPr/>
            <p:nvPr/>
          </p:nvSpPr>
          <p:spPr>
            <a:xfrm>
              <a:off x="5461000" y="5086350"/>
              <a:ext cx="69900" cy="57300"/>
            </a:xfrm>
            <a:prstGeom prst="rect">
              <a:avLst/>
            </a:prstGeom>
            <a:solidFill>
              <a:srgbClr val="B4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5" name="Google Shape;865;p15"/>
            <p:cNvSpPr/>
            <p:nvPr/>
          </p:nvSpPr>
          <p:spPr>
            <a:xfrm>
              <a:off x="5524500" y="5086350"/>
              <a:ext cx="69900" cy="573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6" name="Google Shape;866;p15"/>
            <p:cNvSpPr/>
            <p:nvPr/>
          </p:nvSpPr>
          <p:spPr>
            <a:xfrm>
              <a:off x="5588000" y="5086350"/>
              <a:ext cx="69900" cy="57300"/>
            </a:xfrm>
            <a:prstGeom prst="rect">
              <a:avLst/>
            </a:prstGeom>
            <a:solidFill>
              <a:srgbClr val="B6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7" name="Google Shape;867;p15"/>
            <p:cNvSpPr/>
            <p:nvPr/>
          </p:nvSpPr>
          <p:spPr>
            <a:xfrm>
              <a:off x="5651500" y="5086350"/>
              <a:ext cx="69900" cy="57300"/>
            </a:xfrm>
            <a:prstGeom prst="rect">
              <a:avLst/>
            </a:prstGeom>
            <a:solidFill>
              <a:srgbClr val="B8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8" name="Google Shape;868;p15"/>
            <p:cNvSpPr/>
            <p:nvPr/>
          </p:nvSpPr>
          <p:spPr>
            <a:xfrm>
              <a:off x="5715000" y="5086350"/>
              <a:ext cx="69900" cy="573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9" name="Google Shape;869;p15"/>
            <p:cNvSpPr/>
            <p:nvPr/>
          </p:nvSpPr>
          <p:spPr>
            <a:xfrm>
              <a:off x="5778500" y="5086350"/>
              <a:ext cx="69900" cy="57300"/>
            </a:xfrm>
            <a:prstGeom prst="rect">
              <a:avLst/>
            </a:prstGeom>
            <a:solidFill>
              <a:srgbClr val="BA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0" name="Google Shape;870;p15"/>
            <p:cNvSpPr/>
            <p:nvPr/>
          </p:nvSpPr>
          <p:spPr>
            <a:xfrm>
              <a:off x="5842000" y="5086350"/>
              <a:ext cx="69900" cy="573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1" name="Google Shape;871;p15"/>
            <p:cNvSpPr/>
            <p:nvPr/>
          </p:nvSpPr>
          <p:spPr>
            <a:xfrm>
              <a:off x="5905500" y="5086350"/>
              <a:ext cx="69900" cy="57300"/>
            </a:xfrm>
            <a:prstGeom prst="rect">
              <a:avLst/>
            </a:prstGeom>
            <a:solidFill>
              <a:srgbClr val="BD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2" name="Google Shape;872;p15"/>
            <p:cNvSpPr/>
            <p:nvPr/>
          </p:nvSpPr>
          <p:spPr>
            <a:xfrm>
              <a:off x="5969000" y="5086350"/>
              <a:ext cx="69900" cy="57300"/>
            </a:xfrm>
            <a:prstGeom prst="rect">
              <a:avLst/>
            </a:prstGeom>
            <a:solidFill>
              <a:srgbClr val="BE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3" name="Google Shape;873;p15"/>
            <p:cNvSpPr/>
            <p:nvPr/>
          </p:nvSpPr>
          <p:spPr>
            <a:xfrm>
              <a:off x="6032500" y="5086350"/>
              <a:ext cx="69900" cy="57300"/>
            </a:xfrm>
            <a:prstGeom prst="rect">
              <a:avLst/>
            </a:prstGeom>
            <a:solidFill>
              <a:srgbClr val="C0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4" name="Google Shape;874;p15"/>
            <p:cNvSpPr/>
            <p:nvPr/>
          </p:nvSpPr>
          <p:spPr>
            <a:xfrm>
              <a:off x="6096000" y="5086350"/>
              <a:ext cx="69900" cy="57300"/>
            </a:xfrm>
            <a:prstGeom prst="rect">
              <a:avLst/>
            </a:prstGeom>
            <a:solidFill>
              <a:srgbClr val="C1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5" name="Google Shape;875;p15"/>
            <p:cNvSpPr/>
            <p:nvPr/>
          </p:nvSpPr>
          <p:spPr>
            <a:xfrm>
              <a:off x="6159500" y="5086350"/>
              <a:ext cx="69900" cy="573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6" name="Google Shape;876;p15"/>
            <p:cNvSpPr/>
            <p:nvPr/>
          </p:nvSpPr>
          <p:spPr>
            <a:xfrm>
              <a:off x="6223000" y="5086350"/>
              <a:ext cx="69900" cy="57300"/>
            </a:xfrm>
            <a:prstGeom prst="rect">
              <a:avLst/>
            </a:prstGeom>
            <a:solidFill>
              <a:srgbClr val="C4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7" name="Google Shape;877;p15"/>
            <p:cNvSpPr/>
            <p:nvPr/>
          </p:nvSpPr>
          <p:spPr>
            <a:xfrm>
              <a:off x="6286500" y="5086350"/>
              <a:ext cx="69900" cy="573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8" name="Google Shape;878;p15"/>
            <p:cNvSpPr/>
            <p:nvPr/>
          </p:nvSpPr>
          <p:spPr>
            <a:xfrm>
              <a:off x="6350000" y="5086350"/>
              <a:ext cx="69900" cy="57300"/>
            </a:xfrm>
            <a:prstGeom prst="rect">
              <a:avLst/>
            </a:prstGeom>
            <a:solidFill>
              <a:srgbClr val="C6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9" name="Google Shape;879;p15"/>
            <p:cNvSpPr/>
            <p:nvPr/>
          </p:nvSpPr>
          <p:spPr>
            <a:xfrm>
              <a:off x="6413500" y="5086350"/>
              <a:ext cx="69900" cy="57300"/>
            </a:xfrm>
            <a:prstGeom prst="rect">
              <a:avLst/>
            </a:prstGeom>
            <a:solidFill>
              <a:srgbClr val="C7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0" name="Google Shape;880;p15"/>
            <p:cNvSpPr/>
            <p:nvPr/>
          </p:nvSpPr>
          <p:spPr>
            <a:xfrm>
              <a:off x="6477000" y="5086350"/>
              <a:ext cx="69900" cy="573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1" name="Google Shape;881;p15"/>
            <p:cNvSpPr/>
            <p:nvPr/>
          </p:nvSpPr>
          <p:spPr>
            <a:xfrm>
              <a:off x="6540500" y="5086350"/>
              <a:ext cx="69900" cy="57300"/>
            </a:xfrm>
            <a:prstGeom prst="rect">
              <a:avLst/>
            </a:prstGeom>
            <a:solidFill>
              <a:srgbClr val="CA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2" name="Google Shape;882;p15"/>
            <p:cNvSpPr/>
            <p:nvPr/>
          </p:nvSpPr>
          <p:spPr>
            <a:xfrm>
              <a:off x="6604000" y="5086350"/>
              <a:ext cx="69900" cy="57300"/>
            </a:xfrm>
            <a:prstGeom prst="rect">
              <a:avLst/>
            </a:prstGeom>
            <a:solidFill>
              <a:srgbClr val="CB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3" name="Google Shape;883;p15"/>
            <p:cNvSpPr/>
            <p:nvPr/>
          </p:nvSpPr>
          <p:spPr>
            <a:xfrm>
              <a:off x="6667500" y="5086350"/>
              <a:ext cx="69900" cy="57300"/>
            </a:xfrm>
            <a:prstGeom prst="rect">
              <a:avLst/>
            </a:prstGeom>
            <a:solidFill>
              <a:srgbClr val="CD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4" name="Google Shape;884;p15"/>
            <p:cNvSpPr/>
            <p:nvPr/>
          </p:nvSpPr>
          <p:spPr>
            <a:xfrm>
              <a:off x="6731000" y="5086350"/>
              <a:ext cx="69900" cy="57300"/>
            </a:xfrm>
            <a:prstGeom prst="rect">
              <a:avLst/>
            </a:prstGeom>
            <a:solidFill>
              <a:srgbClr val="CE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5" name="Google Shape;885;p15"/>
            <p:cNvSpPr/>
            <p:nvPr/>
          </p:nvSpPr>
          <p:spPr>
            <a:xfrm>
              <a:off x="6794500" y="5086350"/>
              <a:ext cx="69900" cy="573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6" name="Google Shape;886;p15"/>
            <p:cNvSpPr/>
            <p:nvPr/>
          </p:nvSpPr>
          <p:spPr>
            <a:xfrm>
              <a:off x="6858000" y="5086350"/>
              <a:ext cx="69900" cy="57300"/>
            </a:xfrm>
            <a:prstGeom prst="rect">
              <a:avLst/>
            </a:prstGeom>
            <a:solidFill>
              <a:srgbClr val="D1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7" name="Google Shape;887;p15"/>
            <p:cNvSpPr/>
            <p:nvPr/>
          </p:nvSpPr>
          <p:spPr>
            <a:xfrm>
              <a:off x="6921500" y="5086350"/>
              <a:ext cx="69900" cy="573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8" name="Google Shape;888;p15"/>
            <p:cNvSpPr/>
            <p:nvPr/>
          </p:nvSpPr>
          <p:spPr>
            <a:xfrm>
              <a:off x="6985000" y="5086350"/>
              <a:ext cx="69900" cy="57300"/>
            </a:xfrm>
            <a:prstGeom prst="rect">
              <a:avLst/>
            </a:prstGeom>
            <a:solidFill>
              <a:srgbClr val="D3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9" name="Google Shape;889;p15"/>
            <p:cNvSpPr/>
            <p:nvPr/>
          </p:nvSpPr>
          <p:spPr>
            <a:xfrm>
              <a:off x="7048500" y="5086350"/>
              <a:ext cx="69900" cy="573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0" name="Google Shape;890;p15"/>
            <p:cNvSpPr/>
            <p:nvPr/>
          </p:nvSpPr>
          <p:spPr>
            <a:xfrm>
              <a:off x="7112000" y="5086350"/>
              <a:ext cx="69900" cy="57300"/>
            </a:xfrm>
            <a:prstGeom prst="rect">
              <a:avLst/>
            </a:prstGeom>
            <a:solidFill>
              <a:srgbClr val="D6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1" name="Google Shape;891;p15"/>
            <p:cNvSpPr/>
            <p:nvPr/>
          </p:nvSpPr>
          <p:spPr>
            <a:xfrm>
              <a:off x="7175500" y="5086350"/>
              <a:ext cx="69900" cy="57300"/>
            </a:xfrm>
            <a:prstGeom prst="rect">
              <a:avLst/>
            </a:prstGeom>
            <a:solidFill>
              <a:srgbClr val="D75D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2" name="Google Shape;892;p15"/>
            <p:cNvSpPr/>
            <p:nvPr/>
          </p:nvSpPr>
          <p:spPr>
            <a:xfrm>
              <a:off x="7239000" y="5086350"/>
              <a:ext cx="69900" cy="573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3" name="Google Shape;893;p15"/>
            <p:cNvSpPr/>
            <p:nvPr/>
          </p:nvSpPr>
          <p:spPr>
            <a:xfrm>
              <a:off x="7302500" y="5086350"/>
              <a:ext cx="69900" cy="57300"/>
            </a:xfrm>
            <a:prstGeom prst="rect">
              <a:avLst/>
            </a:prstGeom>
            <a:solidFill>
              <a:srgbClr val="DA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4" name="Google Shape;894;p15"/>
            <p:cNvSpPr/>
            <p:nvPr/>
          </p:nvSpPr>
          <p:spPr>
            <a:xfrm>
              <a:off x="7366000" y="5086350"/>
              <a:ext cx="69900" cy="57300"/>
            </a:xfrm>
            <a:prstGeom prst="rect">
              <a:avLst/>
            </a:prstGeom>
            <a:solidFill>
              <a:srgbClr val="DB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5" name="Google Shape;895;p15"/>
            <p:cNvSpPr/>
            <p:nvPr/>
          </p:nvSpPr>
          <p:spPr>
            <a:xfrm>
              <a:off x="7429500" y="5086350"/>
              <a:ext cx="69900" cy="57300"/>
            </a:xfrm>
            <a:prstGeom prst="rect">
              <a:avLst/>
            </a:prstGeom>
            <a:solidFill>
              <a:srgbClr val="DD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6" name="Google Shape;896;p15"/>
            <p:cNvSpPr/>
            <p:nvPr/>
          </p:nvSpPr>
          <p:spPr>
            <a:xfrm>
              <a:off x="7493000" y="5086350"/>
              <a:ext cx="69900" cy="57300"/>
            </a:xfrm>
            <a:prstGeom prst="rect">
              <a:avLst/>
            </a:prstGeom>
            <a:solidFill>
              <a:srgbClr val="DE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7" name="Google Shape;897;p15"/>
            <p:cNvSpPr/>
            <p:nvPr/>
          </p:nvSpPr>
          <p:spPr>
            <a:xfrm>
              <a:off x="7556500" y="5086350"/>
              <a:ext cx="69900" cy="573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8" name="Google Shape;898;p15"/>
            <p:cNvSpPr/>
            <p:nvPr/>
          </p:nvSpPr>
          <p:spPr>
            <a:xfrm>
              <a:off x="7620000" y="5086350"/>
              <a:ext cx="69900" cy="57300"/>
            </a:xfrm>
            <a:prstGeom prst="rect">
              <a:avLst/>
            </a:prstGeom>
            <a:solidFill>
              <a:srgbClr val="E1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9" name="Google Shape;899;p15"/>
            <p:cNvSpPr/>
            <p:nvPr/>
          </p:nvSpPr>
          <p:spPr>
            <a:xfrm>
              <a:off x="7683500" y="5086350"/>
              <a:ext cx="69900" cy="573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0" name="Google Shape;900;p15"/>
            <p:cNvSpPr/>
            <p:nvPr/>
          </p:nvSpPr>
          <p:spPr>
            <a:xfrm>
              <a:off x="7747000" y="5086350"/>
              <a:ext cx="69900" cy="57300"/>
            </a:xfrm>
            <a:prstGeom prst="rect">
              <a:avLst/>
            </a:prstGeom>
            <a:solidFill>
              <a:srgbClr val="E3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1" name="Google Shape;901;p15"/>
            <p:cNvSpPr/>
            <p:nvPr/>
          </p:nvSpPr>
          <p:spPr>
            <a:xfrm>
              <a:off x="7810500" y="5086350"/>
              <a:ext cx="69900" cy="573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2" name="Google Shape;902;p15"/>
            <p:cNvSpPr/>
            <p:nvPr/>
          </p:nvSpPr>
          <p:spPr>
            <a:xfrm>
              <a:off x="7874000" y="5086350"/>
              <a:ext cx="69900" cy="57300"/>
            </a:xfrm>
            <a:prstGeom prst="rect">
              <a:avLst/>
            </a:prstGeom>
            <a:solidFill>
              <a:srgbClr val="E6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3" name="Google Shape;903;p15"/>
            <p:cNvSpPr/>
            <p:nvPr/>
          </p:nvSpPr>
          <p:spPr>
            <a:xfrm>
              <a:off x="7937500" y="5086350"/>
              <a:ext cx="69900" cy="57300"/>
            </a:xfrm>
            <a:prstGeom prst="rect">
              <a:avLst/>
            </a:prstGeom>
            <a:solidFill>
              <a:srgbClr val="E75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4" name="Google Shape;904;p15"/>
            <p:cNvSpPr/>
            <p:nvPr/>
          </p:nvSpPr>
          <p:spPr>
            <a:xfrm>
              <a:off x="8001000" y="5086350"/>
              <a:ext cx="69900" cy="573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5" name="Google Shape;905;p15"/>
            <p:cNvSpPr/>
            <p:nvPr/>
          </p:nvSpPr>
          <p:spPr>
            <a:xfrm>
              <a:off x="8064500" y="5086350"/>
              <a:ext cx="69900" cy="57300"/>
            </a:xfrm>
            <a:prstGeom prst="rect">
              <a:avLst/>
            </a:prstGeom>
            <a:solidFill>
              <a:srgbClr val="EA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6" name="Google Shape;906;p15"/>
            <p:cNvSpPr/>
            <p:nvPr/>
          </p:nvSpPr>
          <p:spPr>
            <a:xfrm>
              <a:off x="8128000" y="5086350"/>
              <a:ext cx="69900" cy="57300"/>
            </a:xfrm>
            <a:prstGeom prst="rect">
              <a:avLst/>
            </a:prstGeom>
            <a:solidFill>
              <a:srgbClr val="EB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7" name="Google Shape;907;p15"/>
            <p:cNvSpPr/>
            <p:nvPr/>
          </p:nvSpPr>
          <p:spPr>
            <a:xfrm>
              <a:off x="8191500" y="5086350"/>
              <a:ext cx="69900" cy="573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8" name="Google Shape;908;p15"/>
            <p:cNvSpPr/>
            <p:nvPr/>
          </p:nvSpPr>
          <p:spPr>
            <a:xfrm>
              <a:off x="8255000" y="5086350"/>
              <a:ext cx="69900" cy="57300"/>
            </a:xfrm>
            <a:prstGeom prst="rect">
              <a:avLst/>
            </a:prstGeom>
            <a:solidFill>
              <a:srgbClr val="EE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9" name="Google Shape;909;p15"/>
            <p:cNvSpPr/>
            <p:nvPr/>
          </p:nvSpPr>
          <p:spPr>
            <a:xfrm>
              <a:off x="8318500" y="5086350"/>
              <a:ext cx="69900" cy="573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0" name="Google Shape;910;p15"/>
            <p:cNvSpPr/>
            <p:nvPr/>
          </p:nvSpPr>
          <p:spPr>
            <a:xfrm>
              <a:off x="8382000" y="5086350"/>
              <a:ext cx="69900" cy="57300"/>
            </a:xfrm>
            <a:prstGeom prst="rect">
              <a:avLst/>
            </a:prstGeom>
            <a:solidFill>
              <a:srgbClr val="F0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1" name="Google Shape;911;p15"/>
            <p:cNvSpPr/>
            <p:nvPr/>
          </p:nvSpPr>
          <p:spPr>
            <a:xfrm>
              <a:off x="8445500" y="5086350"/>
              <a:ext cx="69900" cy="57300"/>
            </a:xfrm>
            <a:prstGeom prst="rect">
              <a:avLst/>
            </a:prstGeom>
            <a:solidFill>
              <a:srgbClr val="F25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2" name="Google Shape;912;p15"/>
            <p:cNvSpPr/>
            <p:nvPr/>
          </p:nvSpPr>
          <p:spPr>
            <a:xfrm>
              <a:off x="8509000" y="5086350"/>
              <a:ext cx="69900" cy="57300"/>
            </a:xfrm>
            <a:prstGeom prst="rect">
              <a:avLst/>
            </a:prstGeom>
            <a:solidFill>
              <a:srgbClr val="F3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3" name="Google Shape;913;p15"/>
            <p:cNvSpPr/>
            <p:nvPr/>
          </p:nvSpPr>
          <p:spPr>
            <a:xfrm>
              <a:off x="8572500" y="5086350"/>
              <a:ext cx="69900" cy="57300"/>
            </a:xfrm>
            <a:prstGeom prst="rect">
              <a:avLst/>
            </a:prstGeom>
            <a:solidFill>
              <a:srgbClr val="F4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4" name="Google Shape;914;p15"/>
            <p:cNvSpPr/>
            <p:nvPr/>
          </p:nvSpPr>
          <p:spPr>
            <a:xfrm>
              <a:off x="8636000" y="5086350"/>
              <a:ext cx="69900" cy="57300"/>
            </a:xfrm>
            <a:prstGeom prst="rect">
              <a:avLst/>
            </a:prstGeom>
            <a:solidFill>
              <a:srgbClr val="F6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5" name="Google Shape;915;p15"/>
            <p:cNvSpPr/>
            <p:nvPr/>
          </p:nvSpPr>
          <p:spPr>
            <a:xfrm>
              <a:off x="8699500" y="5086350"/>
              <a:ext cx="69900" cy="57300"/>
            </a:xfrm>
            <a:prstGeom prst="rect">
              <a:avLst/>
            </a:prstGeom>
            <a:solidFill>
              <a:srgbClr val="F7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6" name="Google Shape;916;p15"/>
            <p:cNvSpPr/>
            <p:nvPr/>
          </p:nvSpPr>
          <p:spPr>
            <a:xfrm>
              <a:off x="8763000" y="5086350"/>
              <a:ext cx="69900" cy="57300"/>
            </a:xfrm>
            <a:prstGeom prst="rect">
              <a:avLst/>
            </a:prstGeom>
            <a:solidFill>
              <a:srgbClr val="F8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7" name="Google Shape;917;p15"/>
            <p:cNvSpPr/>
            <p:nvPr/>
          </p:nvSpPr>
          <p:spPr>
            <a:xfrm>
              <a:off x="8826500" y="5086350"/>
              <a:ext cx="69900" cy="57300"/>
            </a:xfrm>
            <a:prstGeom prst="rect">
              <a:avLst/>
            </a:prstGeom>
            <a:solidFill>
              <a:srgbClr val="FA53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8" name="Google Shape;918;p15"/>
            <p:cNvSpPr/>
            <p:nvPr/>
          </p:nvSpPr>
          <p:spPr>
            <a:xfrm>
              <a:off x="8890000" y="5086350"/>
              <a:ext cx="69900" cy="57300"/>
            </a:xfrm>
            <a:prstGeom prst="rect">
              <a:avLst/>
            </a:prstGeom>
            <a:solidFill>
              <a:srgbClr val="FB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9" name="Google Shape;919;p15"/>
            <p:cNvSpPr/>
            <p:nvPr/>
          </p:nvSpPr>
          <p:spPr>
            <a:xfrm>
              <a:off x="8953500" y="5086350"/>
              <a:ext cx="69900" cy="573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0" name="Google Shape;920;p15"/>
            <p:cNvSpPr/>
            <p:nvPr/>
          </p:nvSpPr>
          <p:spPr>
            <a:xfrm>
              <a:off x="9017000" y="5086350"/>
              <a:ext cx="69900" cy="57300"/>
            </a:xfrm>
            <a:prstGeom prst="rect">
              <a:avLst/>
            </a:prstGeom>
            <a:solidFill>
              <a:srgbClr val="FE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1" name="Google Shape;921;p15"/>
            <p:cNvSpPr/>
            <p:nvPr/>
          </p:nvSpPr>
          <p:spPr>
            <a:xfrm>
              <a:off x="9080500" y="5086350"/>
              <a:ext cx="69900" cy="573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22" name="Google Shape;922;p15"/>
          <p:cNvSpPr txBox="1"/>
          <p:nvPr/>
        </p:nvSpPr>
        <p:spPr>
          <a:xfrm>
            <a:off x="8524875" y="4867275"/>
            <a:ext cx="476400" cy="19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1100">
                <a:solidFill>
                  <a:srgbClr val="6D17EE"/>
                </a:solidFill>
                <a:latin typeface="Noto Sans JP"/>
                <a:ea typeface="Noto Sans JP"/>
                <a:cs typeface="Noto Sans JP"/>
                <a:sym typeface="Noto Sans JP"/>
              </a:rPr>
              <a:t>3</a:t>
            </a:r>
            <a:endParaRPr sz="1100">
              <a:solidFill>
                <a:srgbClr val="6D17EE"/>
              </a:solidFill>
              <a:latin typeface="Noto Sans JP"/>
              <a:ea typeface="Noto Sans JP"/>
              <a:cs typeface="Noto Sans JP"/>
              <a:sym typeface="Noto Sans JP"/>
            </a:endParaRPr>
          </a:p>
        </p:txBody>
      </p:sp>
      <p:pic>
        <p:nvPicPr>
          <p:cNvPr id="923" name="Google Shape;923;p15" title="logo_Google_for_Education_lockup_horizontal_RGB.png"/>
          <p:cNvPicPr preferRelativeResize="0"/>
          <p:nvPr/>
        </p:nvPicPr>
        <p:blipFill>
          <a:blip r:embed="rId3">
            <a:alphaModFix/>
          </a:blip>
          <a:stretch>
            <a:fillRect/>
          </a:stretch>
        </p:blipFill>
        <p:spPr>
          <a:xfrm>
            <a:off x="5985150" y="323750"/>
            <a:ext cx="2608101" cy="591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7" name="Shape 927"/>
        <p:cNvGrpSpPr/>
        <p:nvPr/>
      </p:nvGrpSpPr>
      <p:grpSpPr>
        <a:xfrm>
          <a:off x="0" y="0"/>
          <a:ext cx="0" cy="0"/>
          <a:chOff x="0" y="0"/>
          <a:chExt cx="0" cy="0"/>
        </a:xfrm>
      </p:grpSpPr>
      <p:sp>
        <p:nvSpPr>
          <p:cNvPr id="928" name="Google Shape;928;p16"/>
          <p:cNvSpPr txBox="1"/>
          <p:nvPr/>
        </p:nvSpPr>
        <p:spPr>
          <a:xfrm>
            <a:off x="238125" y="298500"/>
            <a:ext cx="7905900" cy="30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rgbClr val="333333"/>
                </a:solidFill>
                <a:latin typeface="Noto Sans JP"/>
                <a:ea typeface="Noto Sans JP"/>
                <a:cs typeface="Noto Sans JP"/>
                <a:sym typeface="Noto Sans JP"/>
              </a:rPr>
              <a:t>本研修で目指す到達目標</a:t>
            </a:r>
            <a:endParaRPr b="1" sz="2400">
              <a:solidFill>
                <a:srgbClr val="333333"/>
              </a:solidFill>
              <a:latin typeface="Noto Sans JP"/>
              <a:ea typeface="Noto Sans JP"/>
              <a:cs typeface="Noto Sans JP"/>
              <a:sym typeface="Noto Sans JP"/>
            </a:endParaRPr>
          </a:p>
        </p:txBody>
      </p:sp>
      <p:grpSp>
        <p:nvGrpSpPr>
          <p:cNvPr id="929" name="Google Shape;929;p16"/>
          <p:cNvGrpSpPr/>
          <p:nvPr/>
        </p:nvGrpSpPr>
        <p:grpSpPr>
          <a:xfrm>
            <a:off x="238125" y="762000"/>
            <a:ext cx="3479800" cy="38100"/>
            <a:chOff x="238125" y="762000"/>
            <a:chExt cx="3479800" cy="38100"/>
          </a:xfrm>
        </p:grpSpPr>
        <p:sp>
          <p:nvSpPr>
            <p:cNvPr id="930" name="Google Shape;930;p16"/>
            <p:cNvSpPr/>
            <p:nvPr/>
          </p:nvSpPr>
          <p:spPr>
            <a:xfrm>
              <a:off x="238125" y="762000"/>
              <a:ext cx="38100" cy="38100"/>
            </a:xfrm>
            <a:prstGeom prst="ellipse">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1" name="Google Shape;931;p16"/>
            <p:cNvSpPr/>
            <p:nvPr/>
          </p:nvSpPr>
          <p:spPr>
            <a:xfrm>
              <a:off x="3679825" y="762000"/>
              <a:ext cx="38100" cy="38100"/>
            </a:xfrm>
            <a:prstGeom prst="ellipse">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32" name="Google Shape;932;p16"/>
            <p:cNvGrpSpPr/>
            <p:nvPr/>
          </p:nvGrpSpPr>
          <p:grpSpPr>
            <a:xfrm>
              <a:off x="257175" y="762000"/>
              <a:ext cx="3441630" cy="38100"/>
              <a:chOff x="25400000" y="0"/>
              <a:chExt cx="3816400" cy="38100"/>
            </a:xfrm>
          </p:grpSpPr>
          <p:sp>
            <p:nvSpPr>
              <p:cNvPr id="933" name="Google Shape;933;p16"/>
              <p:cNvSpPr/>
              <p:nvPr/>
            </p:nvSpPr>
            <p:spPr>
              <a:xfrm>
                <a:off x="25400000" y="0"/>
                <a:ext cx="699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4" name="Google Shape;934;p16"/>
              <p:cNvSpPr/>
              <p:nvPr/>
            </p:nvSpPr>
            <p:spPr>
              <a:xfrm>
                <a:off x="25463500" y="0"/>
                <a:ext cx="69900" cy="381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5" name="Google Shape;935;p16"/>
              <p:cNvSpPr/>
              <p:nvPr/>
            </p:nvSpPr>
            <p:spPr>
              <a:xfrm>
                <a:off x="25527000" y="0"/>
                <a:ext cx="69900" cy="38100"/>
              </a:xfrm>
              <a:prstGeom prst="rect">
                <a:avLst/>
              </a:prstGeom>
              <a:solidFill>
                <a:srgbClr val="48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6" name="Google Shape;936;p16"/>
              <p:cNvSpPr/>
              <p:nvPr/>
            </p:nvSpPr>
            <p:spPr>
              <a:xfrm>
                <a:off x="25590500" y="0"/>
                <a:ext cx="69900" cy="38100"/>
              </a:xfrm>
              <a:prstGeom prst="rect">
                <a:avLst/>
              </a:prstGeom>
              <a:solidFill>
                <a:srgbClr val="4C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7" name="Google Shape;937;p16"/>
              <p:cNvSpPr/>
              <p:nvPr/>
            </p:nvSpPr>
            <p:spPr>
              <a:xfrm>
                <a:off x="25654000" y="0"/>
                <a:ext cx="69900" cy="38100"/>
              </a:xfrm>
              <a:prstGeom prst="rect">
                <a:avLst/>
              </a:prstGeom>
              <a:solidFill>
                <a:srgbClr val="4F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8" name="Google Shape;938;p16"/>
              <p:cNvSpPr/>
              <p:nvPr/>
            </p:nvSpPr>
            <p:spPr>
              <a:xfrm>
                <a:off x="25717500" y="0"/>
                <a:ext cx="69900" cy="381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9" name="Google Shape;939;p16"/>
              <p:cNvSpPr/>
              <p:nvPr/>
            </p:nvSpPr>
            <p:spPr>
              <a:xfrm>
                <a:off x="25781000" y="0"/>
                <a:ext cx="69900" cy="381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0" name="Google Shape;940;p16"/>
              <p:cNvSpPr/>
              <p:nvPr/>
            </p:nvSpPr>
            <p:spPr>
              <a:xfrm>
                <a:off x="25844500" y="0"/>
                <a:ext cx="69900" cy="381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1" name="Google Shape;941;p16"/>
              <p:cNvSpPr/>
              <p:nvPr/>
            </p:nvSpPr>
            <p:spPr>
              <a:xfrm>
                <a:off x="25908000" y="0"/>
                <a:ext cx="69900" cy="381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2" name="Google Shape;942;p16"/>
              <p:cNvSpPr/>
              <p:nvPr/>
            </p:nvSpPr>
            <p:spPr>
              <a:xfrm>
                <a:off x="25971500" y="0"/>
                <a:ext cx="69900" cy="381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3" name="Google Shape;943;p16"/>
              <p:cNvSpPr/>
              <p:nvPr/>
            </p:nvSpPr>
            <p:spPr>
              <a:xfrm>
                <a:off x="26035000" y="0"/>
                <a:ext cx="69900" cy="381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4" name="Google Shape;944;p16"/>
              <p:cNvSpPr/>
              <p:nvPr/>
            </p:nvSpPr>
            <p:spPr>
              <a:xfrm>
                <a:off x="26098500" y="0"/>
                <a:ext cx="69900" cy="38100"/>
              </a:xfrm>
              <a:prstGeom prst="rect">
                <a:avLst/>
              </a:prstGeom>
              <a:solidFill>
                <a:srgbClr val="65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5" name="Google Shape;945;p16"/>
              <p:cNvSpPr/>
              <p:nvPr/>
            </p:nvSpPr>
            <p:spPr>
              <a:xfrm>
                <a:off x="26162000" y="0"/>
                <a:ext cx="69900" cy="381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6" name="Google Shape;946;p16"/>
              <p:cNvSpPr/>
              <p:nvPr/>
            </p:nvSpPr>
            <p:spPr>
              <a:xfrm>
                <a:off x="26225500" y="0"/>
                <a:ext cx="69900" cy="381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7" name="Google Shape;947;p16"/>
              <p:cNvSpPr/>
              <p:nvPr/>
            </p:nvSpPr>
            <p:spPr>
              <a:xfrm>
                <a:off x="26289000" y="0"/>
                <a:ext cx="69900" cy="381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8" name="Google Shape;948;p16"/>
              <p:cNvSpPr/>
              <p:nvPr/>
            </p:nvSpPr>
            <p:spPr>
              <a:xfrm>
                <a:off x="26352500" y="0"/>
                <a:ext cx="69900" cy="381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9" name="Google Shape;949;p16"/>
              <p:cNvSpPr/>
              <p:nvPr/>
            </p:nvSpPr>
            <p:spPr>
              <a:xfrm>
                <a:off x="26416000" y="0"/>
                <a:ext cx="69900" cy="38100"/>
              </a:xfrm>
              <a:prstGeom prst="rect">
                <a:avLst/>
              </a:prstGeom>
              <a:solidFill>
                <a:srgbClr val="75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0" name="Google Shape;950;p16"/>
              <p:cNvSpPr/>
              <p:nvPr/>
            </p:nvSpPr>
            <p:spPr>
              <a:xfrm>
                <a:off x="26479500" y="0"/>
                <a:ext cx="69900" cy="381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1" name="Google Shape;951;p16"/>
              <p:cNvSpPr/>
              <p:nvPr/>
            </p:nvSpPr>
            <p:spPr>
              <a:xfrm>
                <a:off x="26543000" y="0"/>
                <a:ext cx="69900" cy="381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2" name="Google Shape;952;p16"/>
              <p:cNvSpPr/>
              <p:nvPr/>
            </p:nvSpPr>
            <p:spPr>
              <a:xfrm>
                <a:off x="26606500" y="0"/>
                <a:ext cx="69900" cy="381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3" name="Google Shape;953;p16"/>
              <p:cNvSpPr/>
              <p:nvPr/>
            </p:nvSpPr>
            <p:spPr>
              <a:xfrm>
                <a:off x="26670000" y="0"/>
                <a:ext cx="69900" cy="38100"/>
              </a:xfrm>
              <a:prstGeom prst="rect">
                <a:avLst/>
              </a:prstGeom>
              <a:solidFill>
                <a:srgbClr val="82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4" name="Google Shape;954;p16"/>
              <p:cNvSpPr/>
              <p:nvPr/>
            </p:nvSpPr>
            <p:spPr>
              <a:xfrm>
                <a:off x="26733500" y="0"/>
                <a:ext cx="69900" cy="381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5" name="Google Shape;955;p16"/>
              <p:cNvSpPr/>
              <p:nvPr/>
            </p:nvSpPr>
            <p:spPr>
              <a:xfrm>
                <a:off x="26797000" y="0"/>
                <a:ext cx="69900" cy="381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6" name="Google Shape;956;p16"/>
              <p:cNvSpPr/>
              <p:nvPr/>
            </p:nvSpPr>
            <p:spPr>
              <a:xfrm>
                <a:off x="26860500" y="0"/>
                <a:ext cx="69900" cy="381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7" name="Google Shape;957;p16"/>
              <p:cNvSpPr/>
              <p:nvPr/>
            </p:nvSpPr>
            <p:spPr>
              <a:xfrm>
                <a:off x="26924000" y="0"/>
                <a:ext cx="69900" cy="381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8" name="Google Shape;958;p16"/>
              <p:cNvSpPr/>
              <p:nvPr/>
            </p:nvSpPr>
            <p:spPr>
              <a:xfrm>
                <a:off x="26987500" y="0"/>
                <a:ext cx="69900" cy="38100"/>
              </a:xfrm>
              <a:prstGeom prst="rect">
                <a:avLst/>
              </a:prstGeom>
              <a:solidFill>
                <a:srgbClr val="92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9" name="Google Shape;959;p16"/>
              <p:cNvSpPr/>
              <p:nvPr/>
            </p:nvSpPr>
            <p:spPr>
              <a:xfrm>
                <a:off x="27051000" y="0"/>
                <a:ext cx="69900" cy="381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0" name="Google Shape;960;p16"/>
              <p:cNvSpPr/>
              <p:nvPr/>
            </p:nvSpPr>
            <p:spPr>
              <a:xfrm>
                <a:off x="27114500" y="0"/>
                <a:ext cx="69900" cy="381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1" name="Google Shape;961;p16"/>
              <p:cNvSpPr/>
              <p:nvPr/>
            </p:nvSpPr>
            <p:spPr>
              <a:xfrm>
                <a:off x="27178000" y="0"/>
                <a:ext cx="69900" cy="381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2" name="Google Shape;962;p16"/>
              <p:cNvSpPr/>
              <p:nvPr/>
            </p:nvSpPr>
            <p:spPr>
              <a:xfrm>
                <a:off x="27241500" y="0"/>
                <a:ext cx="69900" cy="381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3" name="Google Shape;963;p16"/>
              <p:cNvSpPr/>
              <p:nvPr/>
            </p:nvSpPr>
            <p:spPr>
              <a:xfrm>
                <a:off x="27305000" y="0"/>
                <a:ext cx="69900" cy="381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4" name="Google Shape;964;p16"/>
              <p:cNvSpPr/>
              <p:nvPr/>
            </p:nvSpPr>
            <p:spPr>
              <a:xfrm>
                <a:off x="27368500" y="0"/>
                <a:ext cx="69900" cy="381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5" name="Google Shape;965;p16"/>
              <p:cNvSpPr/>
              <p:nvPr/>
            </p:nvSpPr>
            <p:spPr>
              <a:xfrm>
                <a:off x="27432000" y="0"/>
                <a:ext cx="69900" cy="381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6" name="Google Shape;966;p16"/>
              <p:cNvSpPr/>
              <p:nvPr/>
            </p:nvSpPr>
            <p:spPr>
              <a:xfrm>
                <a:off x="27495500" y="0"/>
                <a:ext cx="69900" cy="381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7" name="Google Shape;967;p16"/>
              <p:cNvSpPr/>
              <p:nvPr/>
            </p:nvSpPr>
            <p:spPr>
              <a:xfrm>
                <a:off x="27559000" y="0"/>
                <a:ext cx="69900" cy="38100"/>
              </a:xfrm>
              <a:prstGeom prst="rect">
                <a:avLst/>
              </a:prstGeom>
              <a:solidFill>
                <a:srgbClr val="AF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8" name="Google Shape;968;p16"/>
              <p:cNvSpPr/>
              <p:nvPr/>
            </p:nvSpPr>
            <p:spPr>
              <a:xfrm>
                <a:off x="27622500" y="0"/>
                <a:ext cx="69900" cy="381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9" name="Google Shape;969;p16"/>
              <p:cNvSpPr/>
              <p:nvPr/>
            </p:nvSpPr>
            <p:spPr>
              <a:xfrm>
                <a:off x="27686000" y="0"/>
                <a:ext cx="69900" cy="381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0" name="Google Shape;970;p16"/>
              <p:cNvSpPr/>
              <p:nvPr/>
            </p:nvSpPr>
            <p:spPr>
              <a:xfrm>
                <a:off x="27749500" y="0"/>
                <a:ext cx="69900" cy="381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1" name="Google Shape;971;p16"/>
              <p:cNvSpPr/>
              <p:nvPr/>
            </p:nvSpPr>
            <p:spPr>
              <a:xfrm>
                <a:off x="27813000" y="0"/>
                <a:ext cx="69900" cy="381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2" name="Google Shape;972;p16"/>
              <p:cNvSpPr/>
              <p:nvPr/>
            </p:nvSpPr>
            <p:spPr>
              <a:xfrm>
                <a:off x="27876500" y="0"/>
                <a:ext cx="69900" cy="38100"/>
              </a:xfrm>
              <a:prstGeom prst="rect">
                <a:avLst/>
              </a:prstGeom>
              <a:solidFill>
                <a:srgbClr val="BF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3" name="Google Shape;973;p16"/>
              <p:cNvSpPr/>
              <p:nvPr/>
            </p:nvSpPr>
            <p:spPr>
              <a:xfrm>
                <a:off x="27940000" y="0"/>
                <a:ext cx="69900" cy="381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4" name="Google Shape;974;p16"/>
              <p:cNvSpPr/>
              <p:nvPr/>
            </p:nvSpPr>
            <p:spPr>
              <a:xfrm>
                <a:off x="28003500" y="0"/>
                <a:ext cx="69900" cy="381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5" name="Google Shape;975;p16"/>
              <p:cNvSpPr/>
              <p:nvPr/>
            </p:nvSpPr>
            <p:spPr>
              <a:xfrm>
                <a:off x="28067000" y="0"/>
                <a:ext cx="69900" cy="381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6" name="Google Shape;976;p16"/>
              <p:cNvSpPr/>
              <p:nvPr/>
            </p:nvSpPr>
            <p:spPr>
              <a:xfrm>
                <a:off x="28130500" y="0"/>
                <a:ext cx="69900" cy="38100"/>
              </a:xfrm>
              <a:prstGeom prst="rect">
                <a:avLst/>
              </a:prstGeom>
              <a:solidFill>
                <a:srgbClr val="CC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16"/>
              <p:cNvSpPr/>
              <p:nvPr/>
            </p:nvSpPr>
            <p:spPr>
              <a:xfrm>
                <a:off x="28194000" y="0"/>
                <a:ext cx="69900" cy="381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8" name="Google Shape;978;p16"/>
              <p:cNvSpPr/>
              <p:nvPr/>
            </p:nvSpPr>
            <p:spPr>
              <a:xfrm>
                <a:off x="28257500" y="0"/>
                <a:ext cx="69900" cy="381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9" name="Google Shape;979;p16"/>
              <p:cNvSpPr/>
              <p:nvPr/>
            </p:nvSpPr>
            <p:spPr>
              <a:xfrm>
                <a:off x="28321000" y="0"/>
                <a:ext cx="69900" cy="381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0" name="Google Shape;980;p16"/>
              <p:cNvSpPr/>
              <p:nvPr/>
            </p:nvSpPr>
            <p:spPr>
              <a:xfrm>
                <a:off x="28384500" y="0"/>
                <a:ext cx="69900" cy="381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1" name="Google Shape;981;p16"/>
              <p:cNvSpPr/>
              <p:nvPr/>
            </p:nvSpPr>
            <p:spPr>
              <a:xfrm>
                <a:off x="28448000" y="0"/>
                <a:ext cx="69900" cy="38100"/>
              </a:xfrm>
              <a:prstGeom prst="rect">
                <a:avLst/>
              </a:prstGeom>
              <a:solidFill>
                <a:srgbClr val="DC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2" name="Google Shape;982;p16"/>
              <p:cNvSpPr/>
              <p:nvPr/>
            </p:nvSpPr>
            <p:spPr>
              <a:xfrm>
                <a:off x="28511500" y="0"/>
                <a:ext cx="69900" cy="381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3" name="Google Shape;983;p16"/>
              <p:cNvSpPr/>
              <p:nvPr/>
            </p:nvSpPr>
            <p:spPr>
              <a:xfrm>
                <a:off x="28575000" y="0"/>
                <a:ext cx="69900" cy="381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4" name="Google Shape;984;p16"/>
              <p:cNvSpPr/>
              <p:nvPr/>
            </p:nvSpPr>
            <p:spPr>
              <a:xfrm>
                <a:off x="28638500" y="0"/>
                <a:ext cx="69900" cy="381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5" name="Google Shape;985;p16"/>
              <p:cNvSpPr/>
              <p:nvPr/>
            </p:nvSpPr>
            <p:spPr>
              <a:xfrm>
                <a:off x="28702000" y="0"/>
                <a:ext cx="69900" cy="381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6" name="Google Shape;986;p16"/>
              <p:cNvSpPr/>
              <p:nvPr/>
            </p:nvSpPr>
            <p:spPr>
              <a:xfrm>
                <a:off x="28765500" y="0"/>
                <a:ext cx="69900" cy="381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7" name="Google Shape;987;p16"/>
              <p:cNvSpPr/>
              <p:nvPr/>
            </p:nvSpPr>
            <p:spPr>
              <a:xfrm>
                <a:off x="28829000" y="0"/>
                <a:ext cx="69900" cy="381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8" name="Google Shape;988;p16"/>
              <p:cNvSpPr/>
              <p:nvPr/>
            </p:nvSpPr>
            <p:spPr>
              <a:xfrm>
                <a:off x="28892500" y="0"/>
                <a:ext cx="69900" cy="38100"/>
              </a:xfrm>
              <a:prstGeom prst="rect">
                <a:avLst/>
              </a:prstGeom>
              <a:solidFill>
                <a:srgbClr val="F2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9" name="Google Shape;989;p16"/>
              <p:cNvSpPr/>
              <p:nvPr/>
            </p:nvSpPr>
            <p:spPr>
              <a:xfrm>
                <a:off x="28956000" y="0"/>
                <a:ext cx="69900" cy="38100"/>
              </a:xfrm>
              <a:prstGeom prst="rect">
                <a:avLst/>
              </a:prstGeom>
              <a:solidFill>
                <a:srgbClr val="F5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0" name="Google Shape;990;p16"/>
              <p:cNvSpPr/>
              <p:nvPr/>
            </p:nvSpPr>
            <p:spPr>
              <a:xfrm>
                <a:off x="29019500" y="0"/>
                <a:ext cx="69900" cy="38100"/>
              </a:xfrm>
              <a:prstGeom prst="rect">
                <a:avLst/>
              </a:prstGeom>
              <a:solidFill>
                <a:srgbClr val="F9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1" name="Google Shape;991;p16"/>
              <p:cNvSpPr/>
              <p:nvPr/>
            </p:nvSpPr>
            <p:spPr>
              <a:xfrm>
                <a:off x="29083000" y="0"/>
                <a:ext cx="69900" cy="381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2" name="Google Shape;992;p16"/>
              <p:cNvSpPr/>
              <p:nvPr/>
            </p:nvSpPr>
            <p:spPr>
              <a:xfrm>
                <a:off x="29146500" y="0"/>
                <a:ext cx="69900" cy="381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993" name="Google Shape;993;p16"/>
          <p:cNvSpPr txBox="1"/>
          <p:nvPr/>
        </p:nvSpPr>
        <p:spPr>
          <a:xfrm>
            <a:off x="238125" y="857250"/>
            <a:ext cx="55797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rgbClr val="333333"/>
                </a:solidFill>
                <a:latin typeface="Noto Sans JP"/>
                <a:ea typeface="Noto Sans JP"/>
                <a:cs typeface="Noto Sans JP"/>
                <a:sym typeface="Noto Sans JP"/>
              </a:rPr>
              <a:t>研修終了時に受講者の皆様が体験・理解できている状態</a:t>
            </a:r>
            <a:endParaRPr sz="1600">
              <a:solidFill>
                <a:srgbClr val="333333"/>
              </a:solidFill>
              <a:latin typeface="Noto Sans JP"/>
              <a:ea typeface="Noto Sans JP"/>
              <a:cs typeface="Noto Sans JP"/>
              <a:sym typeface="Noto Sans JP"/>
            </a:endParaRPr>
          </a:p>
        </p:txBody>
      </p:sp>
      <p:sp>
        <p:nvSpPr>
          <p:cNvPr id="994" name="Google Shape;994;p16"/>
          <p:cNvSpPr/>
          <p:nvPr/>
        </p:nvSpPr>
        <p:spPr>
          <a:xfrm>
            <a:off x="238125" y="3612356"/>
            <a:ext cx="1733700" cy="1112100"/>
          </a:xfrm>
          <a:prstGeom prst="rect">
            <a:avLst/>
          </a:prstGeom>
          <a:solidFill>
            <a:srgbClr val="FEFEFE"/>
          </a:solidFill>
          <a:ln cap="flat" cmpd="sng" w="19050">
            <a:solidFill>
              <a:srgbClr val="926F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5" name="Google Shape;995;p16"/>
          <p:cNvSpPr/>
          <p:nvPr/>
        </p:nvSpPr>
        <p:spPr>
          <a:xfrm>
            <a:off x="238125" y="3231356"/>
            <a:ext cx="1733700" cy="381000"/>
          </a:xfrm>
          <a:prstGeom prst="rect">
            <a:avLst/>
          </a:prstGeom>
          <a:solidFill>
            <a:srgbClr val="C5A2F8"/>
          </a:solidFill>
          <a:ln cap="flat" cmpd="sng" w="9525">
            <a:solidFill>
              <a:srgbClr val="C5A2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6" name="Google Shape;996;p16"/>
          <p:cNvSpPr txBox="1"/>
          <p:nvPr/>
        </p:nvSpPr>
        <p:spPr>
          <a:xfrm>
            <a:off x="238125" y="3231356"/>
            <a:ext cx="1733700" cy="381000"/>
          </a:xfrm>
          <a:prstGeom prst="rect">
            <a:avLst/>
          </a:prstGeom>
          <a:noFill/>
          <a:ln cap="flat" cmpd="sng" w="19050">
            <a:solidFill>
              <a:srgbClr val="926F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FEFEFE"/>
                </a:solidFill>
                <a:latin typeface="Noto Sans JP"/>
                <a:ea typeface="Noto Sans JP"/>
                <a:cs typeface="Noto Sans JP"/>
                <a:sym typeface="Noto Sans JP"/>
              </a:rPr>
              <a:t>Meet操作</a:t>
            </a:r>
            <a:endParaRPr b="1">
              <a:solidFill>
                <a:srgbClr val="FEFEFE"/>
              </a:solidFill>
              <a:latin typeface="Noto Sans JP"/>
              <a:ea typeface="Noto Sans JP"/>
              <a:cs typeface="Noto Sans JP"/>
              <a:sym typeface="Noto Sans JP"/>
            </a:endParaRPr>
          </a:p>
        </p:txBody>
      </p:sp>
      <p:sp>
        <p:nvSpPr>
          <p:cNvPr id="997" name="Google Shape;997;p16"/>
          <p:cNvSpPr txBox="1"/>
          <p:nvPr/>
        </p:nvSpPr>
        <p:spPr>
          <a:xfrm>
            <a:off x="314325" y="3599627"/>
            <a:ext cx="1581300" cy="1069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参加やカメラ・マイク操作、</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教材の画面共有ができる</a:t>
            </a:r>
            <a:endParaRPr>
              <a:solidFill>
                <a:srgbClr val="1F2937"/>
              </a:solidFill>
              <a:latin typeface="Noto Sans JP"/>
              <a:ea typeface="Noto Sans JP"/>
              <a:cs typeface="Noto Sans JP"/>
              <a:sym typeface="Noto Sans JP"/>
            </a:endParaRPr>
          </a:p>
        </p:txBody>
      </p:sp>
      <p:sp>
        <p:nvSpPr>
          <p:cNvPr id="998" name="Google Shape;998;p16"/>
          <p:cNvSpPr/>
          <p:nvPr/>
        </p:nvSpPr>
        <p:spPr>
          <a:xfrm>
            <a:off x="1971675" y="3239095"/>
            <a:ext cx="1733700" cy="1485300"/>
          </a:xfrm>
          <a:prstGeom prst="rect">
            <a:avLst/>
          </a:prstGeom>
          <a:solidFill>
            <a:srgbClr val="FEFEFE"/>
          </a:solidFill>
          <a:ln cap="flat" cmpd="sng" w="19050">
            <a:solidFill>
              <a:srgbClr val="926F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9" name="Google Shape;999;p16"/>
          <p:cNvSpPr/>
          <p:nvPr/>
        </p:nvSpPr>
        <p:spPr>
          <a:xfrm>
            <a:off x="1971675" y="2858095"/>
            <a:ext cx="1733700" cy="381000"/>
          </a:xfrm>
          <a:prstGeom prst="rect">
            <a:avLst/>
          </a:prstGeom>
          <a:solidFill>
            <a:srgbClr val="AF7FF6"/>
          </a:solidFill>
          <a:ln cap="flat" cmpd="sng" w="9525">
            <a:solidFill>
              <a:srgbClr val="AF7FF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0" name="Google Shape;1000;p16"/>
          <p:cNvSpPr txBox="1"/>
          <p:nvPr/>
        </p:nvSpPr>
        <p:spPr>
          <a:xfrm>
            <a:off x="1971675" y="2858095"/>
            <a:ext cx="1733700" cy="381000"/>
          </a:xfrm>
          <a:prstGeom prst="rect">
            <a:avLst/>
          </a:prstGeom>
          <a:noFill/>
          <a:ln cap="flat" cmpd="sng" w="19050">
            <a:solidFill>
              <a:srgbClr val="926F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FEFEFE"/>
                </a:solidFill>
                <a:latin typeface="Noto Sans JP"/>
                <a:ea typeface="Noto Sans JP"/>
                <a:cs typeface="Noto Sans JP"/>
                <a:sym typeface="Noto Sans JP"/>
              </a:rPr>
              <a:t>授業配信</a:t>
            </a:r>
            <a:endParaRPr b="1">
              <a:solidFill>
                <a:srgbClr val="FEFEFE"/>
              </a:solidFill>
              <a:latin typeface="Noto Sans JP"/>
              <a:ea typeface="Noto Sans JP"/>
              <a:cs typeface="Noto Sans JP"/>
              <a:sym typeface="Noto Sans JP"/>
            </a:endParaRPr>
          </a:p>
        </p:txBody>
      </p:sp>
      <p:sp>
        <p:nvSpPr>
          <p:cNvPr id="1001" name="Google Shape;1001;p16"/>
          <p:cNvSpPr txBox="1"/>
          <p:nvPr/>
        </p:nvSpPr>
        <p:spPr>
          <a:xfrm>
            <a:off x="2047875" y="3240668"/>
            <a:ext cx="1581300" cy="142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教室と自宅を</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同時につなぐ</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授業の流れを</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理解できる</a:t>
            </a:r>
            <a:endParaRPr>
              <a:solidFill>
                <a:srgbClr val="1F2937"/>
              </a:solidFill>
              <a:latin typeface="Noto Sans JP"/>
              <a:ea typeface="Noto Sans JP"/>
              <a:cs typeface="Noto Sans JP"/>
              <a:sym typeface="Noto Sans JP"/>
            </a:endParaRPr>
          </a:p>
        </p:txBody>
      </p:sp>
      <p:sp>
        <p:nvSpPr>
          <p:cNvPr id="1002" name="Google Shape;1002;p16"/>
          <p:cNvSpPr/>
          <p:nvPr/>
        </p:nvSpPr>
        <p:spPr>
          <a:xfrm>
            <a:off x="3705225" y="2865834"/>
            <a:ext cx="1733700" cy="1858500"/>
          </a:xfrm>
          <a:prstGeom prst="rect">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3" name="Google Shape;1003;p16"/>
          <p:cNvSpPr/>
          <p:nvPr/>
        </p:nvSpPr>
        <p:spPr>
          <a:xfrm>
            <a:off x="3705225" y="2484834"/>
            <a:ext cx="1733700" cy="381000"/>
          </a:xfrm>
          <a:prstGeom prst="rect">
            <a:avLst/>
          </a:prstGeom>
          <a:solidFill>
            <a:srgbClr val="995DF3"/>
          </a:solidFill>
          <a:ln cap="flat" cmpd="sng" w="9525">
            <a:solidFill>
              <a:srgbClr val="995D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4" name="Google Shape;1004;p16"/>
          <p:cNvSpPr txBox="1"/>
          <p:nvPr/>
        </p:nvSpPr>
        <p:spPr>
          <a:xfrm>
            <a:off x="3705225" y="2484834"/>
            <a:ext cx="1733700" cy="381000"/>
          </a:xfrm>
          <a:prstGeom prst="rect">
            <a:avLst/>
          </a:prstGeom>
          <a:no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FEFEFE"/>
                </a:solidFill>
                <a:latin typeface="Noto Sans JP"/>
                <a:ea typeface="Noto Sans JP"/>
                <a:cs typeface="Noto Sans JP"/>
                <a:sym typeface="Noto Sans JP"/>
              </a:rPr>
              <a:t>音声録音</a:t>
            </a:r>
            <a:endParaRPr b="1">
              <a:solidFill>
                <a:srgbClr val="FEFEFE"/>
              </a:solidFill>
              <a:latin typeface="Noto Sans JP"/>
              <a:ea typeface="Noto Sans JP"/>
              <a:cs typeface="Noto Sans JP"/>
              <a:sym typeface="Noto Sans JP"/>
            </a:endParaRPr>
          </a:p>
        </p:txBody>
      </p:sp>
      <p:sp>
        <p:nvSpPr>
          <p:cNvPr id="1005" name="Google Shape;1005;p16"/>
          <p:cNvSpPr txBox="1"/>
          <p:nvPr/>
        </p:nvSpPr>
        <p:spPr>
          <a:xfrm>
            <a:off x="3781425" y="2881710"/>
            <a:ext cx="1581300" cy="178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サウンドレコーダーで</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授業音声を</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確実に</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録音できる</a:t>
            </a:r>
            <a:endParaRPr>
              <a:solidFill>
                <a:srgbClr val="1F2937"/>
              </a:solidFill>
              <a:latin typeface="Noto Sans JP"/>
              <a:ea typeface="Noto Sans JP"/>
              <a:cs typeface="Noto Sans JP"/>
              <a:sym typeface="Noto Sans JP"/>
            </a:endParaRPr>
          </a:p>
        </p:txBody>
      </p:sp>
      <p:sp>
        <p:nvSpPr>
          <p:cNvPr id="1006" name="Google Shape;1006;p16"/>
          <p:cNvSpPr/>
          <p:nvPr/>
        </p:nvSpPr>
        <p:spPr>
          <a:xfrm>
            <a:off x="5438775" y="2492573"/>
            <a:ext cx="1733700" cy="2231700"/>
          </a:xfrm>
          <a:prstGeom prst="rect">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7" name="Google Shape;1007;p16"/>
          <p:cNvSpPr/>
          <p:nvPr/>
        </p:nvSpPr>
        <p:spPr>
          <a:xfrm>
            <a:off x="5438775" y="2111573"/>
            <a:ext cx="1733700" cy="381000"/>
          </a:xfrm>
          <a:prstGeom prst="rect">
            <a:avLst/>
          </a:prstGeom>
          <a:solidFill>
            <a:srgbClr val="833AF1"/>
          </a:solidFill>
          <a:ln cap="flat" cmpd="sng" w="9525">
            <a:solidFill>
              <a:srgbClr val="833A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8" name="Google Shape;1008;p16"/>
          <p:cNvSpPr txBox="1"/>
          <p:nvPr/>
        </p:nvSpPr>
        <p:spPr>
          <a:xfrm>
            <a:off x="5438775" y="2111573"/>
            <a:ext cx="1733700" cy="381000"/>
          </a:xfrm>
          <a:prstGeom prst="rect">
            <a:avLst/>
          </a:prstGeom>
          <a:no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FEFEFE"/>
                </a:solidFill>
                <a:latin typeface="Noto Sans JP"/>
                <a:ea typeface="Noto Sans JP"/>
                <a:cs typeface="Noto Sans JP"/>
                <a:sym typeface="Noto Sans JP"/>
              </a:rPr>
              <a:t>AI活用</a:t>
            </a:r>
            <a:endParaRPr b="1">
              <a:solidFill>
                <a:srgbClr val="FEFEFE"/>
              </a:solidFill>
              <a:latin typeface="Noto Sans JP"/>
              <a:ea typeface="Noto Sans JP"/>
              <a:cs typeface="Noto Sans JP"/>
              <a:sym typeface="Noto Sans JP"/>
            </a:endParaRPr>
          </a:p>
        </p:txBody>
      </p:sp>
      <p:sp>
        <p:nvSpPr>
          <p:cNvPr id="1009" name="Google Shape;1009;p16"/>
          <p:cNvSpPr txBox="1"/>
          <p:nvPr/>
        </p:nvSpPr>
        <p:spPr>
          <a:xfrm>
            <a:off x="5514975" y="2522751"/>
            <a:ext cx="1581300" cy="214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録音をGeminiに</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読み込ませて</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授業記録を</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自動生成する</a:t>
            </a:r>
            <a:endParaRPr>
              <a:solidFill>
                <a:srgbClr val="1F2937"/>
              </a:solidFill>
              <a:latin typeface="Noto Sans JP"/>
              <a:ea typeface="Noto Sans JP"/>
              <a:cs typeface="Noto Sans JP"/>
              <a:sym typeface="Noto Sans JP"/>
            </a:endParaRPr>
          </a:p>
        </p:txBody>
      </p:sp>
      <p:sp>
        <p:nvSpPr>
          <p:cNvPr id="1010" name="Google Shape;1010;p16"/>
          <p:cNvSpPr/>
          <p:nvPr/>
        </p:nvSpPr>
        <p:spPr>
          <a:xfrm>
            <a:off x="7172325" y="2119313"/>
            <a:ext cx="1733700" cy="2605200"/>
          </a:xfrm>
          <a:prstGeom prst="rect">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1" name="Google Shape;1011;p16"/>
          <p:cNvSpPr/>
          <p:nvPr/>
        </p:nvSpPr>
        <p:spPr>
          <a:xfrm>
            <a:off x="7172325" y="1738313"/>
            <a:ext cx="1733700" cy="381000"/>
          </a:xfrm>
          <a:prstGeom prst="rect">
            <a:avLst/>
          </a:prstGeom>
          <a:solidFill>
            <a:srgbClr val="6D17EE"/>
          </a:solidFill>
          <a:ln cap="flat" cmpd="sng" w="9525">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2" name="Google Shape;1012;p16"/>
          <p:cNvSpPr txBox="1"/>
          <p:nvPr/>
        </p:nvSpPr>
        <p:spPr>
          <a:xfrm>
            <a:off x="7172325" y="1738313"/>
            <a:ext cx="1733700" cy="381000"/>
          </a:xfrm>
          <a:prstGeom prst="rect">
            <a:avLst/>
          </a:prstGeom>
          <a:no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FEFEFE"/>
                </a:solidFill>
                <a:latin typeface="Noto Sans JP"/>
                <a:ea typeface="Noto Sans JP"/>
                <a:cs typeface="Noto Sans JP"/>
                <a:sym typeface="Noto Sans JP"/>
              </a:rPr>
              <a:t>情報共有</a:t>
            </a:r>
            <a:endParaRPr b="1">
              <a:solidFill>
                <a:srgbClr val="FEFEFE"/>
              </a:solidFill>
              <a:latin typeface="Noto Sans JP"/>
              <a:ea typeface="Noto Sans JP"/>
              <a:cs typeface="Noto Sans JP"/>
              <a:sym typeface="Noto Sans JP"/>
            </a:endParaRPr>
          </a:p>
        </p:txBody>
      </p:sp>
      <p:sp>
        <p:nvSpPr>
          <p:cNvPr id="1013" name="Google Shape;1013;p16"/>
          <p:cNvSpPr txBox="1"/>
          <p:nvPr/>
        </p:nvSpPr>
        <p:spPr>
          <a:xfrm>
            <a:off x="7248525" y="2163793"/>
            <a:ext cx="1581300" cy="250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完成した</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授業記録を</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ドキュメントや</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Classroomで</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共有する</a:t>
            </a:r>
            <a:endParaRPr>
              <a:solidFill>
                <a:srgbClr val="1F2937"/>
              </a:solidFill>
              <a:latin typeface="Noto Sans JP"/>
              <a:ea typeface="Noto Sans JP"/>
              <a:cs typeface="Noto Sans JP"/>
              <a:sym typeface="Noto Sans JP"/>
            </a:endParaRPr>
          </a:p>
        </p:txBody>
      </p:sp>
      <p:grpSp>
        <p:nvGrpSpPr>
          <p:cNvPr id="1014" name="Google Shape;1014;p16"/>
          <p:cNvGrpSpPr/>
          <p:nvPr/>
        </p:nvGrpSpPr>
        <p:grpSpPr>
          <a:xfrm>
            <a:off x="0" y="5086350"/>
            <a:ext cx="9150400" cy="57300"/>
            <a:chOff x="0" y="5086350"/>
            <a:chExt cx="9150400" cy="57300"/>
          </a:xfrm>
        </p:grpSpPr>
        <p:sp>
          <p:nvSpPr>
            <p:cNvPr id="1015" name="Google Shape;1015;p16"/>
            <p:cNvSpPr/>
            <p:nvPr/>
          </p:nvSpPr>
          <p:spPr>
            <a:xfrm>
              <a:off x="0" y="5086350"/>
              <a:ext cx="699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6" name="Google Shape;1016;p16"/>
            <p:cNvSpPr/>
            <p:nvPr/>
          </p:nvSpPr>
          <p:spPr>
            <a:xfrm>
              <a:off x="63500" y="5086350"/>
              <a:ext cx="69900" cy="57300"/>
            </a:xfrm>
            <a:prstGeom prst="rect">
              <a:avLst/>
            </a:prstGeom>
            <a:solidFill>
              <a:srgbClr val="43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7" name="Google Shape;1017;p16"/>
            <p:cNvSpPr/>
            <p:nvPr/>
          </p:nvSpPr>
          <p:spPr>
            <a:xfrm>
              <a:off x="127000" y="5086350"/>
              <a:ext cx="69900" cy="573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8" name="Google Shape;1018;p16"/>
            <p:cNvSpPr/>
            <p:nvPr/>
          </p:nvSpPr>
          <p:spPr>
            <a:xfrm>
              <a:off x="190500" y="5086350"/>
              <a:ext cx="69900" cy="57300"/>
            </a:xfrm>
            <a:prstGeom prst="rect">
              <a:avLst/>
            </a:prstGeom>
            <a:solidFill>
              <a:srgbClr val="46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9" name="Google Shape;1019;p16"/>
            <p:cNvSpPr/>
            <p:nvPr/>
          </p:nvSpPr>
          <p:spPr>
            <a:xfrm>
              <a:off x="254000" y="5086350"/>
              <a:ext cx="69900" cy="57300"/>
            </a:xfrm>
            <a:prstGeom prst="rect">
              <a:avLst/>
            </a:prstGeom>
            <a:solidFill>
              <a:srgbClr val="4784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0" name="Google Shape;1020;p16"/>
            <p:cNvSpPr/>
            <p:nvPr/>
          </p:nvSpPr>
          <p:spPr>
            <a:xfrm>
              <a:off x="317500" y="5086350"/>
              <a:ext cx="69900" cy="57300"/>
            </a:xfrm>
            <a:prstGeom prst="rect">
              <a:avLst/>
            </a:prstGeom>
            <a:solidFill>
              <a:srgbClr val="49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1" name="Google Shape;1021;p16"/>
            <p:cNvSpPr/>
            <p:nvPr/>
          </p:nvSpPr>
          <p:spPr>
            <a:xfrm>
              <a:off x="381000" y="5086350"/>
              <a:ext cx="69900" cy="57300"/>
            </a:xfrm>
            <a:prstGeom prst="rect">
              <a:avLst/>
            </a:prstGeom>
            <a:solidFill>
              <a:srgbClr val="4A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2" name="Google Shape;1022;p16"/>
            <p:cNvSpPr/>
            <p:nvPr/>
          </p:nvSpPr>
          <p:spPr>
            <a:xfrm>
              <a:off x="444500" y="5086350"/>
              <a:ext cx="69900" cy="57300"/>
            </a:xfrm>
            <a:prstGeom prst="rect">
              <a:avLst/>
            </a:prstGeom>
            <a:solidFill>
              <a:srgbClr val="4B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3" name="Google Shape;1023;p16"/>
            <p:cNvSpPr/>
            <p:nvPr/>
          </p:nvSpPr>
          <p:spPr>
            <a:xfrm>
              <a:off x="508000" y="5086350"/>
              <a:ext cx="69900" cy="57300"/>
            </a:xfrm>
            <a:prstGeom prst="rect">
              <a:avLst/>
            </a:prstGeom>
            <a:solidFill>
              <a:srgbClr val="4D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4" name="Google Shape;1024;p16"/>
            <p:cNvSpPr/>
            <p:nvPr/>
          </p:nvSpPr>
          <p:spPr>
            <a:xfrm>
              <a:off x="571500" y="5086350"/>
              <a:ext cx="69900" cy="57300"/>
            </a:xfrm>
            <a:prstGeom prst="rect">
              <a:avLst/>
            </a:prstGeom>
            <a:solidFill>
              <a:srgbClr val="4E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5" name="Google Shape;1025;p16"/>
            <p:cNvSpPr/>
            <p:nvPr/>
          </p:nvSpPr>
          <p:spPr>
            <a:xfrm>
              <a:off x="635000" y="5086350"/>
              <a:ext cx="69900" cy="57300"/>
            </a:xfrm>
            <a:prstGeom prst="rect">
              <a:avLst/>
            </a:prstGeom>
            <a:solidFill>
              <a:srgbClr val="4F81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6" name="Google Shape;1026;p16"/>
            <p:cNvSpPr/>
            <p:nvPr/>
          </p:nvSpPr>
          <p:spPr>
            <a:xfrm>
              <a:off x="698500" y="5086350"/>
              <a:ext cx="69900" cy="57300"/>
            </a:xfrm>
            <a:prstGeom prst="rect">
              <a:avLst/>
            </a:prstGeom>
            <a:solidFill>
              <a:srgbClr val="51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7" name="Google Shape;1027;p16"/>
            <p:cNvSpPr/>
            <p:nvPr/>
          </p:nvSpPr>
          <p:spPr>
            <a:xfrm>
              <a:off x="762000" y="5086350"/>
              <a:ext cx="69900" cy="573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8" name="Google Shape;1028;p16"/>
            <p:cNvSpPr/>
            <p:nvPr/>
          </p:nvSpPr>
          <p:spPr>
            <a:xfrm>
              <a:off x="825500" y="5086350"/>
              <a:ext cx="69900" cy="57300"/>
            </a:xfrm>
            <a:prstGeom prst="rect">
              <a:avLst/>
            </a:prstGeom>
            <a:solidFill>
              <a:srgbClr val="53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9" name="Google Shape;1029;p16"/>
            <p:cNvSpPr/>
            <p:nvPr/>
          </p:nvSpPr>
          <p:spPr>
            <a:xfrm>
              <a:off x="889000" y="5086350"/>
              <a:ext cx="69900" cy="573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0" name="Google Shape;1030;p16"/>
            <p:cNvSpPr/>
            <p:nvPr/>
          </p:nvSpPr>
          <p:spPr>
            <a:xfrm>
              <a:off x="952500" y="5086350"/>
              <a:ext cx="69900" cy="57300"/>
            </a:xfrm>
            <a:prstGeom prst="rect">
              <a:avLst/>
            </a:prstGeom>
            <a:solidFill>
              <a:srgbClr val="56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1" name="Google Shape;1031;p16"/>
            <p:cNvSpPr/>
            <p:nvPr/>
          </p:nvSpPr>
          <p:spPr>
            <a:xfrm>
              <a:off x="1016000" y="5086350"/>
              <a:ext cx="69900" cy="57300"/>
            </a:xfrm>
            <a:prstGeom prst="rect">
              <a:avLst/>
            </a:prstGeom>
            <a:solidFill>
              <a:srgbClr val="57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2" name="Google Shape;1032;p16"/>
            <p:cNvSpPr/>
            <p:nvPr/>
          </p:nvSpPr>
          <p:spPr>
            <a:xfrm>
              <a:off x="1079500" y="5086350"/>
              <a:ext cx="69900" cy="573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3" name="Google Shape;1033;p16"/>
            <p:cNvSpPr/>
            <p:nvPr/>
          </p:nvSpPr>
          <p:spPr>
            <a:xfrm>
              <a:off x="1143000" y="5086350"/>
              <a:ext cx="69900" cy="57300"/>
            </a:xfrm>
            <a:prstGeom prst="rect">
              <a:avLst/>
            </a:prstGeom>
            <a:solidFill>
              <a:srgbClr val="5A7F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4" name="Google Shape;1034;p16"/>
            <p:cNvSpPr/>
            <p:nvPr/>
          </p:nvSpPr>
          <p:spPr>
            <a:xfrm>
              <a:off x="1206500" y="5086350"/>
              <a:ext cx="69900" cy="57300"/>
            </a:xfrm>
            <a:prstGeom prst="rect">
              <a:avLst/>
            </a:prstGeom>
            <a:solidFill>
              <a:srgbClr val="5B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5" name="Google Shape;1035;p16"/>
            <p:cNvSpPr/>
            <p:nvPr/>
          </p:nvSpPr>
          <p:spPr>
            <a:xfrm>
              <a:off x="1270000" y="5086350"/>
              <a:ext cx="69900" cy="573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6" name="Google Shape;1036;p16"/>
            <p:cNvSpPr/>
            <p:nvPr/>
          </p:nvSpPr>
          <p:spPr>
            <a:xfrm>
              <a:off x="1333500" y="5086350"/>
              <a:ext cx="69900" cy="57300"/>
            </a:xfrm>
            <a:prstGeom prst="rect">
              <a:avLst/>
            </a:prstGeom>
            <a:solidFill>
              <a:srgbClr val="5E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7" name="Google Shape;1037;p16"/>
            <p:cNvSpPr/>
            <p:nvPr/>
          </p:nvSpPr>
          <p:spPr>
            <a:xfrm>
              <a:off x="1397000" y="5086350"/>
              <a:ext cx="69900" cy="573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8" name="Google Shape;1038;p16"/>
            <p:cNvSpPr/>
            <p:nvPr/>
          </p:nvSpPr>
          <p:spPr>
            <a:xfrm>
              <a:off x="1460500" y="5086350"/>
              <a:ext cx="69900" cy="57300"/>
            </a:xfrm>
            <a:prstGeom prst="rect">
              <a:avLst/>
            </a:prstGeom>
            <a:solidFill>
              <a:srgbClr val="60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9" name="Google Shape;1039;p16"/>
            <p:cNvSpPr/>
            <p:nvPr/>
          </p:nvSpPr>
          <p:spPr>
            <a:xfrm>
              <a:off x="1524000" y="5086350"/>
              <a:ext cx="69900" cy="573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0" name="Google Shape;1040;p16"/>
            <p:cNvSpPr/>
            <p:nvPr/>
          </p:nvSpPr>
          <p:spPr>
            <a:xfrm>
              <a:off x="1587500" y="5086350"/>
              <a:ext cx="69900" cy="57300"/>
            </a:xfrm>
            <a:prstGeom prst="rect">
              <a:avLst/>
            </a:prstGeom>
            <a:solidFill>
              <a:srgbClr val="63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1" name="Google Shape;1041;p16"/>
            <p:cNvSpPr/>
            <p:nvPr/>
          </p:nvSpPr>
          <p:spPr>
            <a:xfrm>
              <a:off x="1651000" y="5086350"/>
              <a:ext cx="69900" cy="57300"/>
            </a:xfrm>
            <a:prstGeom prst="rect">
              <a:avLst/>
            </a:prstGeom>
            <a:solidFill>
              <a:srgbClr val="64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2" name="Google Shape;1042;p16"/>
            <p:cNvSpPr/>
            <p:nvPr/>
          </p:nvSpPr>
          <p:spPr>
            <a:xfrm>
              <a:off x="1714500" y="5086350"/>
              <a:ext cx="69900" cy="57300"/>
            </a:xfrm>
            <a:prstGeom prst="rect">
              <a:avLst/>
            </a:prstGeom>
            <a:solidFill>
              <a:srgbClr val="66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3" name="Google Shape;1043;p16"/>
            <p:cNvSpPr/>
            <p:nvPr/>
          </p:nvSpPr>
          <p:spPr>
            <a:xfrm>
              <a:off x="1778000" y="5086350"/>
              <a:ext cx="69900" cy="57300"/>
            </a:xfrm>
            <a:prstGeom prst="rect">
              <a:avLst/>
            </a:prstGeom>
            <a:solidFill>
              <a:srgbClr val="67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4" name="Google Shape;1044;p16"/>
            <p:cNvSpPr/>
            <p:nvPr/>
          </p:nvSpPr>
          <p:spPr>
            <a:xfrm>
              <a:off x="1841500" y="5086350"/>
              <a:ext cx="69900" cy="573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5" name="Google Shape;1045;p16"/>
            <p:cNvSpPr/>
            <p:nvPr/>
          </p:nvSpPr>
          <p:spPr>
            <a:xfrm>
              <a:off x="1905000" y="5086350"/>
              <a:ext cx="69900" cy="57300"/>
            </a:xfrm>
            <a:prstGeom prst="rect">
              <a:avLst/>
            </a:prstGeom>
            <a:solidFill>
              <a:srgbClr val="6A7A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6" name="Google Shape;1046;p16"/>
            <p:cNvSpPr/>
            <p:nvPr/>
          </p:nvSpPr>
          <p:spPr>
            <a:xfrm>
              <a:off x="1968500" y="5086350"/>
              <a:ext cx="69900" cy="57300"/>
            </a:xfrm>
            <a:prstGeom prst="rect">
              <a:avLst/>
            </a:prstGeom>
            <a:solidFill>
              <a:srgbClr val="6B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7" name="Google Shape;1047;p16"/>
            <p:cNvSpPr/>
            <p:nvPr/>
          </p:nvSpPr>
          <p:spPr>
            <a:xfrm>
              <a:off x="2032000" y="5086350"/>
              <a:ext cx="69900" cy="573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8" name="Google Shape;1048;p16"/>
            <p:cNvSpPr/>
            <p:nvPr/>
          </p:nvSpPr>
          <p:spPr>
            <a:xfrm>
              <a:off x="2095500" y="5086350"/>
              <a:ext cx="69900" cy="57300"/>
            </a:xfrm>
            <a:prstGeom prst="rect">
              <a:avLst/>
            </a:prstGeom>
            <a:solidFill>
              <a:srgbClr val="6E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9" name="Google Shape;1049;p16"/>
            <p:cNvSpPr/>
            <p:nvPr/>
          </p:nvSpPr>
          <p:spPr>
            <a:xfrm>
              <a:off x="2159000" y="5086350"/>
              <a:ext cx="69900" cy="573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0" name="Google Shape;1050;p16"/>
            <p:cNvSpPr/>
            <p:nvPr/>
          </p:nvSpPr>
          <p:spPr>
            <a:xfrm>
              <a:off x="2222500" y="5086350"/>
              <a:ext cx="69900" cy="57300"/>
            </a:xfrm>
            <a:prstGeom prst="rect">
              <a:avLst/>
            </a:prstGeom>
            <a:solidFill>
              <a:srgbClr val="70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1" name="Google Shape;1051;p16"/>
            <p:cNvSpPr/>
            <p:nvPr/>
          </p:nvSpPr>
          <p:spPr>
            <a:xfrm>
              <a:off x="2286000" y="5086350"/>
              <a:ext cx="69900" cy="573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2" name="Google Shape;1052;p16"/>
            <p:cNvSpPr/>
            <p:nvPr/>
          </p:nvSpPr>
          <p:spPr>
            <a:xfrm>
              <a:off x="2349500" y="5086350"/>
              <a:ext cx="69900" cy="57300"/>
            </a:xfrm>
            <a:prstGeom prst="rect">
              <a:avLst/>
            </a:prstGeom>
            <a:solidFill>
              <a:srgbClr val="73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3" name="Google Shape;1053;p16"/>
            <p:cNvSpPr/>
            <p:nvPr/>
          </p:nvSpPr>
          <p:spPr>
            <a:xfrm>
              <a:off x="2413000" y="5086350"/>
              <a:ext cx="69900" cy="57300"/>
            </a:xfrm>
            <a:prstGeom prst="rect">
              <a:avLst/>
            </a:prstGeom>
            <a:solidFill>
              <a:srgbClr val="74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4" name="Google Shape;1054;p16"/>
            <p:cNvSpPr/>
            <p:nvPr/>
          </p:nvSpPr>
          <p:spPr>
            <a:xfrm>
              <a:off x="2476500" y="5086350"/>
              <a:ext cx="69900" cy="57300"/>
            </a:xfrm>
            <a:prstGeom prst="rect">
              <a:avLst/>
            </a:prstGeom>
            <a:solidFill>
              <a:srgbClr val="76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5" name="Google Shape;1055;p16"/>
            <p:cNvSpPr/>
            <p:nvPr/>
          </p:nvSpPr>
          <p:spPr>
            <a:xfrm>
              <a:off x="2540000" y="5086350"/>
              <a:ext cx="69900" cy="57300"/>
            </a:xfrm>
            <a:prstGeom prst="rect">
              <a:avLst/>
            </a:prstGeom>
            <a:solidFill>
              <a:srgbClr val="77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6" name="Google Shape;1056;p16"/>
            <p:cNvSpPr/>
            <p:nvPr/>
          </p:nvSpPr>
          <p:spPr>
            <a:xfrm>
              <a:off x="2603500" y="5086350"/>
              <a:ext cx="69900" cy="573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7" name="Google Shape;1057;p16"/>
            <p:cNvSpPr/>
            <p:nvPr/>
          </p:nvSpPr>
          <p:spPr>
            <a:xfrm>
              <a:off x="2667000" y="5086350"/>
              <a:ext cx="69900" cy="57300"/>
            </a:xfrm>
            <a:prstGeom prst="rect">
              <a:avLst/>
            </a:prstGeom>
            <a:solidFill>
              <a:srgbClr val="7A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8" name="Google Shape;1058;p16"/>
            <p:cNvSpPr/>
            <p:nvPr/>
          </p:nvSpPr>
          <p:spPr>
            <a:xfrm>
              <a:off x="2730500" y="5086350"/>
              <a:ext cx="69900" cy="57300"/>
            </a:xfrm>
            <a:prstGeom prst="rect">
              <a:avLst/>
            </a:prstGeom>
            <a:solidFill>
              <a:srgbClr val="7B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9" name="Google Shape;1059;p16"/>
            <p:cNvSpPr/>
            <p:nvPr/>
          </p:nvSpPr>
          <p:spPr>
            <a:xfrm>
              <a:off x="2794000" y="5086350"/>
              <a:ext cx="69900" cy="573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0" name="Google Shape;1060;p16"/>
            <p:cNvSpPr/>
            <p:nvPr/>
          </p:nvSpPr>
          <p:spPr>
            <a:xfrm>
              <a:off x="2857500" y="5086350"/>
              <a:ext cx="69900" cy="57300"/>
            </a:xfrm>
            <a:prstGeom prst="rect">
              <a:avLst/>
            </a:prstGeom>
            <a:solidFill>
              <a:srgbClr val="7D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1" name="Google Shape;1061;p16"/>
            <p:cNvSpPr/>
            <p:nvPr/>
          </p:nvSpPr>
          <p:spPr>
            <a:xfrm>
              <a:off x="2921000" y="5086350"/>
              <a:ext cx="69900" cy="573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2" name="Google Shape;1062;p16"/>
            <p:cNvSpPr/>
            <p:nvPr/>
          </p:nvSpPr>
          <p:spPr>
            <a:xfrm>
              <a:off x="2984500" y="5086350"/>
              <a:ext cx="69900" cy="57300"/>
            </a:xfrm>
            <a:prstGeom prst="rect">
              <a:avLst/>
            </a:prstGeom>
            <a:solidFill>
              <a:srgbClr val="80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3" name="Google Shape;1063;p16"/>
            <p:cNvSpPr/>
            <p:nvPr/>
          </p:nvSpPr>
          <p:spPr>
            <a:xfrm>
              <a:off x="3048000" y="5086350"/>
              <a:ext cx="69900" cy="57300"/>
            </a:xfrm>
            <a:prstGeom prst="rect">
              <a:avLst/>
            </a:prstGeom>
            <a:solidFill>
              <a:srgbClr val="81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4" name="Google Shape;1064;p16"/>
            <p:cNvSpPr/>
            <p:nvPr/>
          </p:nvSpPr>
          <p:spPr>
            <a:xfrm>
              <a:off x="3111500" y="5086350"/>
              <a:ext cx="69900" cy="57300"/>
            </a:xfrm>
            <a:prstGeom prst="rect">
              <a:avLst/>
            </a:prstGeom>
            <a:solidFill>
              <a:srgbClr val="83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5" name="Google Shape;1065;p16"/>
            <p:cNvSpPr/>
            <p:nvPr/>
          </p:nvSpPr>
          <p:spPr>
            <a:xfrm>
              <a:off x="3175000" y="5086350"/>
              <a:ext cx="69900" cy="57300"/>
            </a:xfrm>
            <a:prstGeom prst="rect">
              <a:avLst/>
            </a:prstGeom>
            <a:solidFill>
              <a:srgbClr val="84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6" name="Google Shape;1066;p16"/>
            <p:cNvSpPr/>
            <p:nvPr/>
          </p:nvSpPr>
          <p:spPr>
            <a:xfrm>
              <a:off x="3238500" y="5086350"/>
              <a:ext cx="69900" cy="573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7" name="Google Shape;1067;p16"/>
            <p:cNvSpPr/>
            <p:nvPr/>
          </p:nvSpPr>
          <p:spPr>
            <a:xfrm>
              <a:off x="3302000" y="5086350"/>
              <a:ext cx="69900" cy="57300"/>
            </a:xfrm>
            <a:prstGeom prst="rect">
              <a:avLst/>
            </a:prstGeom>
            <a:solidFill>
              <a:srgbClr val="87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8" name="Google Shape;1068;p16"/>
            <p:cNvSpPr/>
            <p:nvPr/>
          </p:nvSpPr>
          <p:spPr>
            <a:xfrm>
              <a:off x="3365500" y="5086350"/>
              <a:ext cx="69900" cy="573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9" name="Google Shape;1069;p16"/>
            <p:cNvSpPr/>
            <p:nvPr/>
          </p:nvSpPr>
          <p:spPr>
            <a:xfrm>
              <a:off x="3429000" y="5086350"/>
              <a:ext cx="69900" cy="57300"/>
            </a:xfrm>
            <a:prstGeom prst="rect">
              <a:avLst/>
            </a:prstGeom>
            <a:solidFill>
              <a:srgbClr val="89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0" name="Google Shape;1070;p16"/>
            <p:cNvSpPr/>
            <p:nvPr/>
          </p:nvSpPr>
          <p:spPr>
            <a:xfrm>
              <a:off x="3492500" y="5086350"/>
              <a:ext cx="69900" cy="57300"/>
            </a:xfrm>
            <a:prstGeom prst="rect">
              <a:avLst/>
            </a:prstGeom>
            <a:solidFill>
              <a:srgbClr val="8B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1" name="Google Shape;1071;p16"/>
            <p:cNvSpPr/>
            <p:nvPr/>
          </p:nvSpPr>
          <p:spPr>
            <a:xfrm>
              <a:off x="3556000" y="5086350"/>
              <a:ext cx="69900" cy="573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2" name="Google Shape;1072;p16"/>
            <p:cNvSpPr/>
            <p:nvPr/>
          </p:nvSpPr>
          <p:spPr>
            <a:xfrm>
              <a:off x="3619500" y="5086350"/>
              <a:ext cx="69900" cy="57300"/>
            </a:xfrm>
            <a:prstGeom prst="rect">
              <a:avLst/>
            </a:prstGeom>
            <a:solidFill>
              <a:srgbClr val="8D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3" name="Google Shape;1073;p16"/>
            <p:cNvSpPr/>
            <p:nvPr/>
          </p:nvSpPr>
          <p:spPr>
            <a:xfrm>
              <a:off x="3683000" y="5086350"/>
              <a:ext cx="69900" cy="573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4" name="Google Shape;1074;p16"/>
            <p:cNvSpPr/>
            <p:nvPr/>
          </p:nvSpPr>
          <p:spPr>
            <a:xfrm>
              <a:off x="3746500" y="5086350"/>
              <a:ext cx="69900" cy="57300"/>
            </a:xfrm>
            <a:prstGeom prst="rect">
              <a:avLst/>
            </a:prstGeom>
            <a:solidFill>
              <a:srgbClr val="90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5" name="Google Shape;1075;p16"/>
            <p:cNvSpPr/>
            <p:nvPr/>
          </p:nvSpPr>
          <p:spPr>
            <a:xfrm>
              <a:off x="3810000" y="5086350"/>
              <a:ext cx="69900" cy="57300"/>
            </a:xfrm>
            <a:prstGeom prst="rect">
              <a:avLst/>
            </a:prstGeom>
            <a:solidFill>
              <a:srgbClr val="91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6" name="Google Shape;1076;p16"/>
            <p:cNvSpPr/>
            <p:nvPr/>
          </p:nvSpPr>
          <p:spPr>
            <a:xfrm>
              <a:off x="3873500" y="5086350"/>
              <a:ext cx="69900" cy="57300"/>
            </a:xfrm>
            <a:prstGeom prst="rect">
              <a:avLst/>
            </a:prstGeom>
            <a:solidFill>
              <a:srgbClr val="93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7" name="Google Shape;1077;p16"/>
            <p:cNvSpPr/>
            <p:nvPr/>
          </p:nvSpPr>
          <p:spPr>
            <a:xfrm>
              <a:off x="3937000" y="5086350"/>
              <a:ext cx="69900" cy="57300"/>
            </a:xfrm>
            <a:prstGeom prst="rect">
              <a:avLst/>
            </a:prstGeom>
            <a:solidFill>
              <a:srgbClr val="94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8" name="Google Shape;1078;p16"/>
            <p:cNvSpPr/>
            <p:nvPr/>
          </p:nvSpPr>
          <p:spPr>
            <a:xfrm>
              <a:off x="4000500" y="5086350"/>
              <a:ext cx="69900" cy="573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9" name="Google Shape;1079;p16"/>
            <p:cNvSpPr/>
            <p:nvPr/>
          </p:nvSpPr>
          <p:spPr>
            <a:xfrm>
              <a:off x="4064000" y="5086350"/>
              <a:ext cx="69900" cy="57300"/>
            </a:xfrm>
            <a:prstGeom prst="rect">
              <a:avLst/>
            </a:prstGeom>
            <a:solidFill>
              <a:srgbClr val="976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0" name="Google Shape;1080;p16"/>
            <p:cNvSpPr/>
            <p:nvPr/>
          </p:nvSpPr>
          <p:spPr>
            <a:xfrm>
              <a:off x="4127500" y="5086350"/>
              <a:ext cx="69900" cy="573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1" name="Google Shape;1081;p16"/>
            <p:cNvSpPr/>
            <p:nvPr/>
          </p:nvSpPr>
          <p:spPr>
            <a:xfrm>
              <a:off x="4191000" y="5086350"/>
              <a:ext cx="69900" cy="57300"/>
            </a:xfrm>
            <a:prstGeom prst="rect">
              <a:avLst/>
            </a:prstGeom>
            <a:solidFill>
              <a:srgbClr val="99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2" name="Google Shape;1082;p16"/>
            <p:cNvSpPr/>
            <p:nvPr/>
          </p:nvSpPr>
          <p:spPr>
            <a:xfrm>
              <a:off x="4254500" y="5086350"/>
              <a:ext cx="69900" cy="57300"/>
            </a:xfrm>
            <a:prstGeom prst="rect">
              <a:avLst/>
            </a:prstGeom>
            <a:solidFill>
              <a:srgbClr val="9B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3" name="Google Shape;1083;p16"/>
            <p:cNvSpPr/>
            <p:nvPr/>
          </p:nvSpPr>
          <p:spPr>
            <a:xfrm>
              <a:off x="4318000" y="5086350"/>
              <a:ext cx="69900" cy="573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4" name="Google Shape;1084;p16"/>
            <p:cNvSpPr/>
            <p:nvPr/>
          </p:nvSpPr>
          <p:spPr>
            <a:xfrm>
              <a:off x="4381500" y="5086350"/>
              <a:ext cx="69900" cy="57300"/>
            </a:xfrm>
            <a:prstGeom prst="rect">
              <a:avLst/>
            </a:prstGeom>
            <a:solidFill>
              <a:srgbClr val="9D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5" name="Google Shape;1085;p16"/>
            <p:cNvSpPr/>
            <p:nvPr/>
          </p:nvSpPr>
          <p:spPr>
            <a:xfrm>
              <a:off x="4445000" y="5086350"/>
              <a:ext cx="69900" cy="573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6" name="Google Shape;1086;p16"/>
            <p:cNvSpPr/>
            <p:nvPr/>
          </p:nvSpPr>
          <p:spPr>
            <a:xfrm>
              <a:off x="4508500" y="5086350"/>
              <a:ext cx="69900" cy="57300"/>
            </a:xfrm>
            <a:prstGeom prst="rect">
              <a:avLst/>
            </a:prstGeom>
            <a:solidFill>
              <a:srgbClr val="A0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7" name="Google Shape;1087;p16"/>
            <p:cNvSpPr/>
            <p:nvPr/>
          </p:nvSpPr>
          <p:spPr>
            <a:xfrm>
              <a:off x="4572000" y="5086350"/>
              <a:ext cx="69900" cy="57300"/>
            </a:xfrm>
            <a:prstGeom prst="rect">
              <a:avLst/>
            </a:prstGeom>
            <a:solidFill>
              <a:srgbClr val="A1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8" name="Google Shape;1088;p16"/>
            <p:cNvSpPr/>
            <p:nvPr/>
          </p:nvSpPr>
          <p:spPr>
            <a:xfrm>
              <a:off x="4635500" y="5086350"/>
              <a:ext cx="69900" cy="573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16"/>
            <p:cNvSpPr/>
            <p:nvPr/>
          </p:nvSpPr>
          <p:spPr>
            <a:xfrm>
              <a:off x="4699000" y="5086350"/>
              <a:ext cx="69900" cy="57300"/>
            </a:xfrm>
            <a:prstGeom prst="rect">
              <a:avLst/>
            </a:prstGeom>
            <a:solidFill>
              <a:srgbClr val="A4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0" name="Google Shape;1090;p16"/>
            <p:cNvSpPr/>
            <p:nvPr/>
          </p:nvSpPr>
          <p:spPr>
            <a:xfrm>
              <a:off x="4762500" y="5086350"/>
              <a:ext cx="69900" cy="573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1" name="Google Shape;1091;p16"/>
            <p:cNvSpPr/>
            <p:nvPr/>
          </p:nvSpPr>
          <p:spPr>
            <a:xfrm>
              <a:off x="4826000" y="5086350"/>
              <a:ext cx="69900" cy="57300"/>
            </a:xfrm>
            <a:prstGeom prst="rect">
              <a:avLst/>
            </a:prstGeom>
            <a:solidFill>
              <a:srgbClr val="A6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2" name="Google Shape;1092;p16"/>
            <p:cNvSpPr/>
            <p:nvPr/>
          </p:nvSpPr>
          <p:spPr>
            <a:xfrm>
              <a:off x="4889500" y="5086350"/>
              <a:ext cx="69900" cy="57300"/>
            </a:xfrm>
            <a:prstGeom prst="rect">
              <a:avLst/>
            </a:prstGeom>
            <a:solidFill>
              <a:srgbClr val="A8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3" name="Google Shape;1093;p16"/>
            <p:cNvSpPr/>
            <p:nvPr/>
          </p:nvSpPr>
          <p:spPr>
            <a:xfrm>
              <a:off x="4953000" y="5086350"/>
              <a:ext cx="69900" cy="573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4" name="Google Shape;1094;p16"/>
            <p:cNvSpPr/>
            <p:nvPr/>
          </p:nvSpPr>
          <p:spPr>
            <a:xfrm>
              <a:off x="5016500" y="5086350"/>
              <a:ext cx="69900" cy="57300"/>
            </a:xfrm>
            <a:prstGeom prst="rect">
              <a:avLst/>
            </a:prstGeom>
            <a:solidFill>
              <a:srgbClr val="AA6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5" name="Google Shape;1095;p16"/>
            <p:cNvSpPr/>
            <p:nvPr/>
          </p:nvSpPr>
          <p:spPr>
            <a:xfrm>
              <a:off x="5080000" y="5086350"/>
              <a:ext cx="69900" cy="573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6" name="Google Shape;1096;p16"/>
            <p:cNvSpPr/>
            <p:nvPr/>
          </p:nvSpPr>
          <p:spPr>
            <a:xfrm>
              <a:off x="5143500" y="5086350"/>
              <a:ext cx="69900" cy="57300"/>
            </a:xfrm>
            <a:prstGeom prst="rect">
              <a:avLst/>
            </a:prstGeom>
            <a:solidFill>
              <a:srgbClr val="AD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7" name="Google Shape;1097;p16"/>
            <p:cNvSpPr/>
            <p:nvPr/>
          </p:nvSpPr>
          <p:spPr>
            <a:xfrm>
              <a:off x="5207000" y="5086350"/>
              <a:ext cx="69900" cy="57300"/>
            </a:xfrm>
            <a:prstGeom prst="rect">
              <a:avLst/>
            </a:prstGeom>
            <a:solidFill>
              <a:srgbClr val="AE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16"/>
            <p:cNvSpPr/>
            <p:nvPr/>
          </p:nvSpPr>
          <p:spPr>
            <a:xfrm>
              <a:off x="5270500" y="5086350"/>
              <a:ext cx="69900" cy="57300"/>
            </a:xfrm>
            <a:prstGeom prst="rect">
              <a:avLst/>
            </a:prstGeom>
            <a:solidFill>
              <a:srgbClr val="B0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9" name="Google Shape;1099;p16"/>
            <p:cNvSpPr/>
            <p:nvPr/>
          </p:nvSpPr>
          <p:spPr>
            <a:xfrm>
              <a:off x="5334000" y="5086350"/>
              <a:ext cx="69900" cy="57300"/>
            </a:xfrm>
            <a:prstGeom prst="rect">
              <a:avLst/>
            </a:prstGeom>
            <a:solidFill>
              <a:srgbClr val="B1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0" name="Google Shape;1100;p16"/>
            <p:cNvSpPr/>
            <p:nvPr/>
          </p:nvSpPr>
          <p:spPr>
            <a:xfrm>
              <a:off x="5397500" y="5086350"/>
              <a:ext cx="69900" cy="573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1" name="Google Shape;1101;p16"/>
            <p:cNvSpPr/>
            <p:nvPr/>
          </p:nvSpPr>
          <p:spPr>
            <a:xfrm>
              <a:off x="5461000" y="5086350"/>
              <a:ext cx="69900" cy="57300"/>
            </a:xfrm>
            <a:prstGeom prst="rect">
              <a:avLst/>
            </a:prstGeom>
            <a:solidFill>
              <a:srgbClr val="B4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2" name="Google Shape;1102;p16"/>
            <p:cNvSpPr/>
            <p:nvPr/>
          </p:nvSpPr>
          <p:spPr>
            <a:xfrm>
              <a:off x="5524500" y="5086350"/>
              <a:ext cx="69900" cy="573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3" name="Google Shape;1103;p16"/>
            <p:cNvSpPr/>
            <p:nvPr/>
          </p:nvSpPr>
          <p:spPr>
            <a:xfrm>
              <a:off x="5588000" y="5086350"/>
              <a:ext cx="69900" cy="57300"/>
            </a:xfrm>
            <a:prstGeom prst="rect">
              <a:avLst/>
            </a:prstGeom>
            <a:solidFill>
              <a:srgbClr val="B6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4" name="Google Shape;1104;p16"/>
            <p:cNvSpPr/>
            <p:nvPr/>
          </p:nvSpPr>
          <p:spPr>
            <a:xfrm>
              <a:off x="5651500" y="5086350"/>
              <a:ext cx="69900" cy="57300"/>
            </a:xfrm>
            <a:prstGeom prst="rect">
              <a:avLst/>
            </a:prstGeom>
            <a:solidFill>
              <a:srgbClr val="B8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5" name="Google Shape;1105;p16"/>
            <p:cNvSpPr/>
            <p:nvPr/>
          </p:nvSpPr>
          <p:spPr>
            <a:xfrm>
              <a:off x="5715000" y="5086350"/>
              <a:ext cx="69900" cy="573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6" name="Google Shape;1106;p16"/>
            <p:cNvSpPr/>
            <p:nvPr/>
          </p:nvSpPr>
          <p:spPr>
            <a:xfrm>
              <a:off x="5778500" y="5086350"/>
              <a:ext cx="69900" cy="57300"/>
            </a:xfrm>
            <a:prstGeom prst="rect">
              <a:avLst/>
            </a:prstGeom>
            <a:solidFill>
              <a:srgbClr val="BA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7" name="Google Shape;1107;p16"/>
            <p:cNvSpPr/>
            <p:nvPr/>
          </p:nvSpPr>
          <p:spPr>
            <a:xfrm>
              <a:off x="5842000" y="5086350"/>
              <a:ext cx="69900" cy="573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8" name="Google Shape;1108;p16"/>
            <p:cNvSpPr/>
            <p:nvPr/>
          </p:nvSpPr>
          <p:spPr>
            <a:xfrm>
              <a:off x="5905500" y="5086350"/>
              <a:ext cx="69900" cy="57300"/>
            </a:xfrm>
            <a:prstGeom prst="rect">
              <a:avLst/>
            </a:prstGeom>
            <a:solidFill>
              <a:srgbClr val="BD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9" name="Google Shape;1109;p16"/>
            <p:cNvSpPr/>
            <p:nvPr/>
          </p:nvSpPr>
          <p:spPr>
            <a:xfrm>
              <a:off x="5969000" y="5086350"/>
              <a:ext cx="69900" cy="57300"/>
            </a:xfrm>
            <a:prstGeom prst="rect">
              <a:avLst/>
            </a:prstGeom>
            <a:solidFill>
              <a:srgbClr val="BE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0" name="Google Shape;1110;p16"/>
            <p:cNvSpPr/>
            <p:nvPr/>
          </p:nvSpPr>
          <p:spPr>
            <a:xfrm>
              <a:off x="6032500" y="5086350"/>
              <a:ext cx="69900" cy="57300"/>
            </a:xfrm>
            <a:prstGeom prst="rect">
              <a:avLst/>
            </a:prstGeom>
            <a:solidFill>
              <a:srgbClr val="C0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1" name="Google Shape;1111;p16"/>
            <p:cNvSpPr/>
            <p:nvPr/>
          </p:nvSpPr>
          <p:spPr>
            <a:xfrm>
              <a:off x="6096000" y="5086350"/>
              <a:ext cx="69900" cy="57300"/>
            </a:xfrm>
            <a:prstGeom prst="rect">
              <a:avLst/>
            </a:prstGeom>
            <a:solidFill>
              <a:srgbClr val="C1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2" name="Google Shape;1112;p16"/>
            <p:cNvSpPr/>
            <p:nvPr/>
          </p:nvSpPr>
          <p:spPr>
            <a:xfrm>
              <a:off x="6159500" y="5086350"/>
              <a:ext cx="69900" cy="573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3" name="Google Shape;1113;p16"/>
            <p:cNvSpPr/>
            <p:nvPr/>
          </p:nvSpPr>
          <p:spPr>
            <a:xfrm>
              <a:off x="6223000" y="5086350"/>
              <a:ext cx="69900" cy="57300"/>
            </a:xfrm>
            <a:prstGeom prst="rect">
              <a:avLst/>
            </a:prstGeom>
            <a:solidFill>
              <a:srgbClr val="C4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4" name="Google Shape;1114;p16"/>
            <p:cNvSpPr/>
            <p:nvPr/>
          </p:nvSpPr>
          <p:spPr>
            <a:xfrm>
              <a:off x="6286500" y="5086350"/>
              <a:ext cx="69900" cy="573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5" name="Google Shape;1115;p16"/>
            <p:cNvSpPr/>
            <p:nvPr/>
          </p:nvSpPr>
          <p:spPr>
            <a:xfrm>
              <a:off x="6350000" y="5086350"/>
              <a:ext cx="69900" cy="57300"/>
            </a:xfrm>
            <a:prstGeom prst="rect">
              <a:avLst/>
            </a:prstGeom>
            <a:solidFill>
              <a:srgbClr val="C6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6" name="Google Shape;1116;p16"/>
            <p:cNvSpPr/>
            <p:nvPr/>
          </p:nvSpPr>
          <p:spPr>
            <a:xfrm>
              <a:off x="6413500" y="5086350"/>
              <a:ext cx="69900" cy="57300"/>
            </a:xfrm>
            <a:prstGeom prst="rect">
              <a:avLst/>
            </a:prstGeom>
            <a:solidFill>
              <a:srgbClr val="C7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7" name="Google Shape;1117;p16"/>
            <p:cNvSpPr/>
            <p:nvPr/>
          </p:nvSpPr>
          <p:spPr>
            <a:xfrm>
              <a:off x="6477000" y="5086350"/>
              <a:ext cx="69900" cy="573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8" name="Google Shape;1118;p16"/>
            <p:cNvSpPr/>
            <p:nvPr/>
          </p:nvSpPr>
          <p:spPr>
            <a:xfrm>
              <a:off x="6540500" y="5086350"/>
              <a:ext cx="69900" cy="57300"/>
            </a:xfrm>
            <a:prstGeom prst="rect">
              <a:avLst/>
            </a:prstGeom>
            <a:solidFill>
              <a:srgbClr val="CA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9" name="Google Shape;1119;p16"/>
            <p:cNvSpPr/>
            <p:nvPr/>
          </p:nvSpPr>
          <p:spPr>
            <a:xfrm>
              <a:off x="6604000" y="5086350"/>
              <a:ext cx="69900" cy="57300"/>
            </a:xfrm>
            <a:prstGeom prst="rect">
              <a:avLst/>
            </a:prstGeom>
            <a:solidFill>
              <a:srgbClr val="CB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0" name="Google Shape;1120;p16"/>
            <p:cNvSpPr/>
            <p:nvPr/>
          </p:nvSpPr>
          <p:spPr>
            <a:xfrm>
              <a:off x="6667500" y="5086350"/>
              <a:ext cx="69900" cy="57300"/>
            </a:xfrm>
            <a:prstGeom prst="rect">
              <a:avLst/>
            </a:prstGeom>
            <a:solidFill>
              <a:srgbClr val="CD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1" name="Google Shape;1121;p16"/>
            <p:cNvSpPr/>
            <p:nvPr/>
          </p:nvSpPr>
          <p:spPr>
            <a:xfrm>
              <a:off x="6731000" y="5086350"/>
              <a:ext cx="69900" cy="57300"/>
            </a:xfrm>
            <a:prstGeom prst="rect">
              <a:avLst/>
            </a:prstGeom>
            <a:solidFill>
              <a:srgbClr val="CE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2" name="Google Shape;1122;p16"/>
            <p:cNvSpPr/>
            <p:nvPr/>
          </p:nvSpPr>
          <p:spPr>
            <a:xfrm>
              <a:off x="6794500" y="5086350"/>
              <a:ext cx="69900" cy="573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3" name="Google Shape;1123;p16"/>
            <p:cNvSpPr/>
            <p:nvPr/>
          </p:nvSpPr>
          <p:spPr>
            <a:xfrm>
              <a:off x="6858000" y="5086350"/>
              <a:ext cx="69900" cy="57300"/>
            </a:xfrm>
            <a:prstGeom prst="rect">
              <a:avLst/>
            </a:prstGeom>
            <a:solidFill>
              <a:srgbClr val="D1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4" name="Google Shape;1124;p16"/>
            <p:cNvSpPr/>
            <p:nvPr/>
          </p:nvSpPr>
          <p:spPr>
            <a:xfrm>
              <a:off x="6921500" y="5086350"/>
              <a:ext cx="69900" cy="573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5" name="Google Shape;1125;p16"/>
            <p:cNvSpPr/>
            <p:nvPr/>
          </p:nvSpPr>
          <p:spPr>
            <a:xfrm>
              <a:off x="6985000" y="5086350"/>
              <a:ext cx="69900" cy="57300"/>
            </a:xfrm>
            <a:prstGeom prst="rect">
              <a:avLst/>
            </a:prstGeom>
            <a:solidFill>
              <a:srgbClr val="D3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6" name="Google Shape;1126;p16"/>
            <p:cNvSpPr/>
            <p:nvPr/>
          </p:nvSpPr>
          <p:spPr>
            <a:xfrm>
              <a:off x="7048500" y="5086350"/>
              <a:ext cx="69900" cy="573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7" name="Google Shape;1127;p16"/>
            <p:cNvSpPr/>
            <p:nvPr/>
          </p:nvSpPr>
          <p:spPr>
            <a:xfrm>
              <a:off x="7112000" y="5086350"/>
              <a:ext cx="69900" cy="57300"/>
            </a:xfrm>
            <a:prstGeom prst="rect">
              <a:avLst/>
            </a:prstGeom>
            <a:solidFill>
              <a:srgbClr val="D6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8" name="Google Shape;1128;p16"/>
            <p:cNvSpPr/>
            <p:nvPr/>
          </p:nvSpPr>
          <p:spPr>
            <a:xfrm>
              <a:off x="7175500" y="5086350"/>
              <a:ext cx="69900" cy="57300"/>
            </a:xfrm>
            <a:prstGeom prst="rect">
              <a:avLst/>
            </a:prstGeom>
            <a:solidFill>
              <a:srgbClr val="D75D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9" name="Google Shape;1129;p16"/>
            <p:cNvSpPr/>
            <p:nvPr/>
          </p:nvSpPr>
          <p:spPr>
            <a:xfrm>
              <a:off x="7239000" y="5086350"/>
              <a:ext cx="69900" cy="573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0" name="Google Shape;1130;p16"/>
            <p:cNvSpPr/>
            <p:nvPr/>
          </p:nvSpPr>
          <p:spPr>
            <a:xfrm>
              <a:off x="7302500" y="5086350"/>
              <a:ext cx="69900" cy="57300"/>
            </a:xfrm>
            <a:prstGeom prst="rect">
              <a:avLst/>
            </a:prstGeom>
            <a:solidFill>
              <a:srgbClr val="DA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1" name="Google Shape;1131;p16"/>
            <p:cNvSpPr/>
            <p:nvPr/>
          </p:nvSpPr>
          <p:spPr>
            <a:xfrm>
              <a:off x="7366000" y="5086350"/>
              <a:ext cx="69900" cy="57300"/>
            </a:xfrm>
            <a:prstGeom prst="rect">
              <a:avLst/>
            </a:prstGeom>
            <a:solidFill>
              <a:srgbClr val="DB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2" name="Google Shape;1132;p16"/>
            <p:cNvSpPr/>
            <p:nvPr/>
          </p:nvSpPr>
          <p:spPr>
            <a:xfrm>
              <a:off x="7429500" y="5086350"/>
              <a:ext cx="69900" cy="57300"/>
            </a:xfrm>
            <a:prstGeom prst="rect">
              <a:avLst/>
            </a:prstGeom>
            <a:solidFill>
              <a:srgbClr val="DD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3" name="Google Shape;1133;p16"/>
            <p:cNvSpPr/>
            <p:nvPr/>
          </p:nvSpPr>
          <p:spPr>
            <a:xfrm>
              <a:off x="7493000" y="5086350"/>
              <a:ext cx="69900" cy="57300"/>
            </a:xfrm>
            <a:prstGeom prst="rect">
              <a:avLst/>
            </a:prstGeom>
            <a:solidFill>
              <a:srgbClr val="DE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4" name="Google Shape;1134;p16"/>
            <p:cNvSpPr/>
            <p:nvPr/>
          </p:nvSpPr>
          <p:spPr>
            <a:xfrm>
              <a:off x="7556500" y="5086350"/>
              <a:ext cx="69900" cy="573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5" name="Google Shape;1135;p16"/>
            <p:cNvSpPr/>
            <p:nvPr/>
          </p:nvSpPr>
          <p:spPr>
            <a:xfrm>
              <a:off x="7620000" y="5086350"/>
              <a:ext cx="69900" cy="57300"/>
            </a:xfrm>
            <a:prstGeom prst="rect">
              <a:avLst/>
            </a:prstGeom>
            <a:solidFill>
              <a:srgbClr val="E1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6" name="Google Shape;1136;p16"/>
            <p:cNvSpPr/>
            <p:nvPr/>
          </p:nvSpPr>
          <p:spPr>
            <a:xfrm>
              <a:off x="7683500" y="5086350"/>
              <a:ext cx="69900" cy="573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7" name="Google Shape;1137;p16"/>
            <p:cNvSpPr/>
            <p:nvPr/>
          </p:nvSpPr>
          <p:spPr>
            <a:xfrm>
              <a:off x="7747000" y="5086350"/>
              <a:ext cx="69900" cy="57300"/>
            </a:xfrm>
            <a:prstGeom prst="rect">
              <a:avLst/>
            </a:prstGeom>
            <a:solidFill>
              <a:srgbClr val="E3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8" name="Google Shape;1138;p16"/>
            <p:cNvSpPr/>
            <p:nvPr/>
          </p:nvSpPr>
          <p:spPr>
            <a:xfrm>
              <a:off x="7810500" y="5086350"/>
              <a:ext cx="69900" cy="573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9" name="Google Shape;1139;p16"/>
            <p:cNvSpPr/>
            <p:nvPr/>
          </p:nvSpPr>
          <p:spPr>
            <a:xfrm>
              <a:off x="7874000" y="5086350"/>
              <a:ext cx="69900" cy="57300"/>
            </a:xfrm>
            <a:prstGeom prst="rect">
              <a:avLst/>
            </a:prstGeom>
            <a:solidFill>
              <a:srgbClr val="E6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0" name="Google Shape;1140;p16"/>
            <p:cNvSpPr/>
            <p:nvPr/>
          </p:nvSpPr>
          <p:spPr>
            <a:xfrm>
              <a:off x="7937500" y="5086350"/>
              <a:ext cx="69900" cy="57300"/>
            </a:xfrm>
            <a:prstGeom prst="rect">
              <a:avLst/>
            </a:prstGeom>
            <a:solidFill>
              <a:srgbClr val="E75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1" name="Google Shape;1141;p16"/>
            <p:cNvSpPr/>
            <p:nvPr/>
          </p:nvSpPr>
          <p:spPr>
            <a:xfrm>
              <a:off x="8001000" y="5086350"/>
              <a:ext cx="69900" cy="573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2" name="Google Shape;1142;p16"/>
            <p:cNvSpPr/>
            <p:nvPr/>
          </p:nvSpPr>
          <p:spPr>
            <a:xfrm>
              <a:off x="8064500" y="5086350"/>
              <a:ext cx="69900" cy="57300"/>
            </a:xfrm>
            <a:prstGeom prst="rect">
              <a:avLst/>
            </a:prstGeom>
            <a:solidFill>
              <a:srgbClr val="EA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3" name="Google Shape;1143;p16"/>
            <p:cNvSpPr/>
            <p:nvPr/>
          </p:nvSpPr>
          <p:spPr>
            <a:xfrm>
              <a:off x="8128000" y="5086350"/>
              <a:ext cx="69900" cy="57300"/>
            </a:xfrm>
            <a:prstGeom prst="rect">
              <a:avLst/>
            </a:prstGeom>
            <a:solidFill>
              <a:srgbClr val="EB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4" name="Google Shape;1144;p16"/>
            <p:cNvSpPr/>
            <p:nvPr/>
          </p:nvSpPr>
          <p:spPr>
            <a:xfrm>
              <a:off x="8191500" y="5086350"/>
              <a:ext cx="69900" cy="573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5" name="Google Shape;1145;p16"/>
            <p:cNvSpPr/>
            <p:nvPr/>
          </p:nvSpPr>
          <p:spPr>
            <a:xfrm>
              <a:off x="8255000" y="5086350"/>
              <a:ext cx="69900" cy="57300"/>
            </a:xfrm>
            <a:prstGeom prst="rect">
              <a:avLst/>
            </a:prstGeom>
            <a:solidFill>
              <a:srgbClr val="EE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6" name="Google Shape;1146;p16"/>
            <p:cNvSpPr/>
            <p:nvPr/>
          </p:nvSpPr>
          <p:spPr>
            <a:xfrm>
              <a:off x="8318500" y="5086350"/>
              <a:ext cx="69900" cy="573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7" name="Google Shape;1147;p16"/>
            <p:cNvSpPr/>
            <p:nvPr/>
          </p:nvSpPr>
          <p:spPr>
            <a:xfrm>
              <a:off x="8382000" y="5086350"/>
              <a:ext cx="69900" cy="57300"/>
            </a:xfrm>
            <a:prstGeom prst="rect">
              <a:avLst/>
            </a:prstGeom>
            <a:solidFill>
              <a:srgbClr val="F0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8" name="Google Shape;1148;p16"/>
            <p:cNvSpPr/>
            <p:nvPr/>
          </p:nvSpPr>
          <p:spPr>
            <a:xfrm>
              <a:off x="8445500" y="5086350"/>
              <a:ext cx="69900" cy="57300"/>
            </a:xfrm>
            <a:prstGeom prst="rect">
              <a:avLst/>
            </a:prstGeom>
            <a:solidFill>
              <a:srgbClr val="F25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9" name="Google Shape;1149;p16"/>
            <p:cNvSpPr/>
            <p:nvPr/>
          </p:nvSpPr>
          <p:spPr>
            <a:xfrm>
              <a:off x="8509000" y="5086350"/>
              <a:ext cx="69900" cy="57300"/>
            </a:xfrm>
            <a:prstGeom prst="rect">
              <a:avLst/>
            </a:prstGeom>
            <a:solidFill>
              <a:srgbClr val="F3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0" name="Google Shape;1150;p16"/>
            <p:cNvSpPr/>
            <p:nvPr/>
          </p:nvSpPr>
          <p:spPr>
            <a:xfrm>
              <a:off x="8572500" y="5086350"/>
              <a:ext cx="69900" cy="57300"/>
            </a:xfrm>
            <a:prstGeom prst="rect">
              <a:avLst/>
            </a:prstGeom>
            <a:solidFill>
              <a:srgbClr val="F4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1" name="Google Shape;1151;p16"/>
            <p:cNvSpPr/>
            <p:nvPr/>
          </p:nvSpPr>
          <p:spPr>
            <a:xfrm>
              <a:off x="8636000" y="5086350"/>
              <a:ext cx="69900" cy="57300"/>
            </a:xfrm>
            <a:prstGeom prst="rect">
              <a:avLst/>
            </a:prstGeom>
            <a:solidFill>
              <a:srgbClr val="F6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2" name="Google Shape;1152;p16"/>
            <p:cNvSpPr/>
            <p:nvPr/>
          </p:nvSpPr>
          <p:spPr>
            <a:xfrm>
              <a:off x="8699500" y="5086350"/>
              <a:ext cx="69900" cy="57300"/>
            </a:xfrm>
            <a:prstGeom prst="rect">
              <a:avLst/>
            </a:prstGeom>
            <a:solidFill>
              <a:srgbClr val="F7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3" name="Google Shape;1153;p16"/>
            <p:cNvSpPr/>
            <p:nvPr/>
          </p:nvSpPr>
          <p:spPr>
            <a:xfrm>
              <a:off x="8763000" y="5086350"/>
              <a:ext cx="69900" cy="57300"/>
            </a:xfrm>
            <a:prstGeom prst="rect">
              <a:avLst/>
            </a:prstGeom>
            <a:solidFill>
              <a:srgbClr val="F8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4" name="Google Shape;1154;p16"/>
            <p:cNvSpPr/>
            <p:nvPr/>
          </p:nvSpPr>
          <p:spPr>
            <a:xfrm>
              <a:off x="8826500" y="5086350"/>
              <a:ext cx="69900" cy="57300"/>
            </a:xfrm>
            <a:prstGeom prst="rect">
              <a:avLst/>
            </a:prstGeom>
            <a:solidFill>
              <a:srgbClr val="FA53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5" name="Google Shape;1155;p16"/>
            <p:cNvSpPr/>
            <p:nvPr/>
          </p:nvSpPr>
          <p:spPr>
            <a:xfrm>
              <a:off x="8890000" y="5086350"/>
              <a:ext cx="69900" cy="57300"/>
            </a:xfrm>
            <a:prstGeom prst="rect">
              <a:avLst/>
            </a:prstGeom>
            <a:solidFill>
              <a:srgbClr val="FB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6" name="Google Shape;1156;p16"/>
            <p:cNvSpPr/>
            <p:nvPr/>
          </p:nvSpPr>
          <p:spPr>
            <a:xfrm>
              <a:off x="8953500" y="5086350"/>
              <a:ext cx="69900" cy="573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7" name="Google Shape;1157;p16"/>
            <p:cNvSpPr/>
            <p:nvPr/>
          </p:nvSpPr>
          <p:spPr>
            <a:xfrm>
              <a:off x="9017000" y="5086350"/>
              <a:ext cx="69900" cy="57300"/>
            </a:xfrm>
            <a:prstGeom prst="rect">
              <a:avLst/>
            </a:prstGeom>
            <a:solidFill>
              <a:srgbClr val="FE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8" name="Google Shape;1158;p16"/>
            <p:cNvSpPr/>
            <p:nvPr/>
          </p:nvSpPr>
          <p:spPr>
            <a:xfrm>
              <a:off x="9080500" y="5086350"/>
              <a:ext cx="69900" cy="573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59" name="Google Shape;1159;p16"/>
          <p:cNvSpPr txBox="1"/>
          <p:nvPr/>
        </p:nvSpPr>
        <p:spPr>
          <a:xfrm>
            <a:off x="8524875" y="4867275"/>
            <a:ext cx="476400" cy="19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1100">
                <a:solidFill>
                  <a:srgbClr val="6D17EE"/>
                </a:solidFill>
                <a:latin typeface="Noto Sans JP"/>
                <a:ea typeface="Noto Sans JP"/>
                <a:cs typeface="Noto Sans JP"/>
                <a:sym typeface="Noto Sans JP"/>
              </a:rPr>
              <a:t>4</a:t>
            </a:r>
            <a:endParaRPr sz="1100">
              <a:solidFill>
                <a:srgbClr val="6D17EE"/>
              </a:solidFill>
              <a:latin typeface="Noto Sans JP"/>
              <a:ea typeface="Noto Sans JP"/>
              <a:cs typeface="Noto Sans JP"/>
              <a:sym typeface="Noto Sans JP"/>
            </a:endParaRPr>
          </a:p>
        </p:txBody>
      </p:sp>
      <p:pic>
        <p:nvPicPr>
          <p:cNvPr id="1160" name="Google Shape;1160;p16" title="logo_Google_for_Education_lockup_horizontal_RGB.png"/>
          <p:cNvPicPr preferRelativeResize="0"/>
          <p:nvPr/>
        </p:nvPicPr>
        <p:blipFill>
          <a:blip r:embed="rId3">
            <a:alphaModFix/>
          </a:blip>
          <a:stretch>
            <a:fillRect/>
          </a:stretch>
        </p:blipFill>
        <p:spPr>
          <a:xfrm>
            <a:off x="5985150" y="323750"/>
            <a:ext cx="2608101" cy="591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4" name="Shape 1164"/>
        <p:cNvGrpSpPr/>
        <p:nvPr/>
      </p:nvGrpSpPr>
      <p:grpSpPr>
        <a:xfrm>
          <a:off x="0" y="0"/>
          <a:ext cx="0" cy="0"/>
          <a:chOff x="0" y="0"/>
          <a:chExt cx="0" cy="0"/>
        </a:xfrm>
      </p:grpSpPr>
      <p:sp>
        <p:nvSpPr>
          <p:cNvPr id="1165" name="Google Shape;1165;p17"/>
          <p:cNvSpPr txBox="1"/>
          <p:nvPr/>
        </p:nvSpPr>
        <p:spPr>
          <a:xfrm>
            <a:off x="238125" y="298500"/>
            <a:ext cx="7905900" cy="30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rgbClr val="333333"/>
                </a:solidFill>
                <a:latin typeface="Noto Sans JP"/>
                <a:ea typeface="Noto Sans JP"/>
                <a:cs typeface="Noto Sans JP"/>
                <a:sym typeface="Noto Sans JP"/>
              </a:rPr>
              <a:t>デジタル教材の提示と画面共有</a:t>
            </a:r>
            <a:endParaRPr b="1" sz="2400">
              <a:solidFill>
                <a:srgbClr val="333333"/>
              </a:solidFill>
              <a:latin typeface="Noto Sans JP"/>
              <a:ea typeface="Noto Sans JP"/>
              <a:cs typeface="Noto Sans JP"/>
              <a:sym typeface="Noto Sans JP"/>
            </a:endParaRPr>
          </a:p>
        </p:txBody>
      </p:sp>
      <p:grpSp>
        <p:nvGrpSpPr>
          <p:cNvPr id="1166" name="Google Shape;1166;p17"/>
          <p:cNvGrpSpPr/>
          <p:nvPr/>
        </p:nvGrpSpPr>
        <p:grpSpPr>
          <a:xfrm>
            <a:off x="238125" y="762000"/>
            <a:ext cx="4394200" cy="38100"/>
            <a:chOff x="238125" y="762000"/>
            <a:chExt cx="4394200" cy="38100"/>
          </a:xfrm>
        </p:grpSpPr>
        <p:sp>
          <p:nvSpPr>
            <p:cNvPr id="1167" name="Google Shape;1167;p17"/>
            <p:cNvSpPr/>
            <p:nvPr/>
          </p:nvSpPr>
          <p:spPr>
            <a:xfrm>
              <a:off x="238125" y="762000"/>
              <a:ext cx="38100" cy="38100"/>
            </a:xfrm>
            <a:prstGeom prst="ellipse">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8" name="Google Shape;1168;p17"/>
            <p:cNvSpPr/>
            <p:nvPr/>
          </p:nvSpPr>
          <p:spPr>
            <a:xfrm>
              <a:off x="4594225" y="762000"/>
              <a:ext cx="38100" cy="38100"/>
            </a:xfrm>
            <a:prstGeom prst="ellipse">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69" name="Google Shape;1169;p17"/>
            <p:cNvGrpSpPr/>
            <p:nvPr/>
          </p:nvGrpSpPr>
          <p:grpSpPr>
            <a:xfrm>
              <a:off x="257175" y="762000"/>
              <a:ext cx="4356039" cy="38100"/>
              <a:chOff x="25400000" y="0"/>
              <a:chExt cx="3816400" cy="38100"/>
            </a:xfrm>
          </p:grpSpPr>
          <p:sp>
            <p:nvSpPr>
              <p:cNvPr id="1170" name="Google Shape;1170;p17"/>
              <p:cNvSpPr/>
              <p:nvPr/>
            </p:nvSpPr>
            <p:spPr>
              <a:xfrm>
                <a:off x="25400000" y="0"/>
                <a:ext cx="699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1" name="Google Shape;1171;p17"/>
              <p:cNvSpPr/>
              <p:nvPr/>
            </p:nvSpPr>
            <p:spPr>
              <a:xfrm>
                <a:off x="25463500" y="0"/>
                <a:ext cx="69900" cy="381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2" name="Google Shape;1172;p17"/>
              <p:cNvSpPr/>
              <p:nvPr/>
            </p:nvSpPr>
            <p:spPr>
              <a:xfrm>
                <a:off x="25527000" y="0"/>
                <a:ext cx="69900" cy="38100"/>
              </a:xfrm>
              <a:prstGeom prst="rect">
                <a:avLst/>
              </a:prstGeom>
              <a:solidFill>
                <a:srgbClr val="48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3" name="Google Shape;1173;p17"/>
              <p:cNvSpPr/>
              <p:nvPr/>
            </p:nvSpPr>
            <p:spPr>
              <a:xfrm>
                <a:off x="25590500" y="0"/>
                <a:ext cx="69900" cy="38100"/>
              </a:xfrm>
              <a:prstGeom prst="rect">
                <a:avLst/>
              </a:prstGeom>
              <a:solidFill>
                <a:srgbClr val="4C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4" name="Google Shape;1174;p17"/>
              <p:cNvSpPr/>
              <p:nvPr/>
            </p:nvSpPr>
            <p:spPr>
              <a:xfrm>
                <a:off x="25654000" y="0"/>
                <a:ext cx="69900" cy="38100"/>
              </a:xfrm>
              <a:prstGeom prst="rect">
                <a:avLst/>
              </a:prstGeom>
              <a:solidFill>
                <a:srgbClr val="4F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5" name="Google Shape;1175;p17"/>
              <p:cNvSpPr/>
              <p:nvPr/>
            </p:nvSpPr>
            <p:spPr>
              <a:xfrm>
                <a:off x="25717500" y="0"/>
                <a:ext cx="69900" cy="381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6" name="Google Shape;1176;p17"/>
              <p:cNvSpPr/>
              <p:nvPr/>
            </p:nvSpPr>
            <p:spPr>
              <a:xfrm>
                <a:off x="25781000" y="0"/>
                <a:ext cx="69900" cy="381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7" name="Google Shape;1177;p17"/>
              <p:cNvSpPr/>
              <p:nvPr/>
            </p:nvSpPr>
            <p:spPr>
              <a:xfrm>
                <a:off x="25844500" y="0"/>
                <a:ext cx="69900" cy="381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8" name="Google Shape;1178;p17"/>
              <p:cNvSpPr/>
              <p:nvPr/>
            </p:nvSpPr>
            <p:spPr>
              <a:xfrm>
                <a:off x="25908000" y="0"/>
                <a:ext cx="69900" cy="381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9" name="Google Shape;1179;p17"/>
              <p:cNvSpPr/>
              <p:nvPr/>
            </p:nvSpPr>
            <p:spPr>
              <a:xfrm>
                <a:off x="25971500" y="0"/>
                <a:ext cx="69900" cy="381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0" name="Google Shape;1180;p17"/>
              <p:cNvSpPr/>
              <p:nvPr/>
            </p:nvSpPr>
            <p:spPr>
              <a:xfrm>
                <a:off x="26035000" y="0"/>
                <a:ext cx="69900" cy="381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1" name="Google Shape;1181;p17"/>
              <p:cNvSpPr/>
              <p:nvPr/>
            </p:nvSpPr>
            <p:spPr>
              <a:xfrm>
                <a:off x="26098500" y="0"/>
                <a:ext cx="69900" cy="38100"/>
              </a:xfrm>
              <a:prstGeom prst="rect">
                <a:avLst/>
              </a:prstGeom>
              <a:solidFill>
                <a:srgbClr val="65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2" name="Google Shape;1182;p17"/>
              <p:cNvSpPr/>
              <p:nvPr/>
            </p:nvSpPr>
            <p:spPr>
              <a:xfrm>
                <a:off x="26162000" y="0"/>
                <a:ext cx="69900" cy="381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3" name="Google Shape;1183;p17"/>
              <p:cNvSpPr/>
              <p:nvPr/>
            </p:nvSpPr>
            <p:spPr>
              <a:xfrm>
                <a:off x="26225500" y="0"/>
                <a:ext cx="69900" cy="381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4" name="Google Shape;1184;p17"/>
              <p:cNvSpPr/>
              <p:nvPr/>
            </p:nvSpPr>
            <p:spPr>
              <a:xfrm>
                <a:off x="26289000" y="0"/>
                <a:ext cx="69900" cy="381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5" name="Google Shape;1185;p17"/>
              <p:cNvSpPr/>
              <p:nvPr/>
            </p:nvSpPr>
            <p:spPr>
              <a:xfrm>
                <a:off x="26352500" y="0"/>
                <a:ext cx="69900" cy="381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6" name="Google Shape;1186;p17"/>
              <p:cNvSpPr/>
              <p:nvPr/>
            </p:nvSpPr>
            <p:spPr>
              <a:xfrm>
                <a:off x="26416000" y="0"/>
                <a:ext cx="69900" cy="38100"/>
              </a:xfrm>
              <a:prstGeom prst="rect">
                <a:avLst/>
              </a:prstGeom>
              <a:solidFill>
                <a:srgbClr val="75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7" name="Google Shape;1187;p17"/>
              <p:cNvSpPr/>
              <p:nvPr/>
            </p:nvSpPr>
            <p:spPr>
              <a:xfrm>
                <a:off x="26479500" y="0"/>
                <a:ext cx="69900" cy="381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8" name="Google Shape;1188;p17"/>
              <p:cNvSpPr/>
              <p:nvPr/>
            </p:nvSpPr>
            <p:spPr>
              <a:xfrm>
                <a:off x="26543000" y="0"/>
                <a:ext cx="69900" cy="381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9" name="Google Shape;1189;p17"/>
              <p:cNvSpPr/>
              <p:nvPr/>
            </p:nvSpPr>
            <p:spPr>
              <a:xfrm>
                <a:off x="26606500" y="0"/>
                <a:ext cx="69900" cy="381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0" name="Google Shape;1190;p17"/>
              <p:cNvSpPr/>
              <p:nvPr/>
            </p:nvSpPr>
            <p:spPr>
              <a:xfrm>
                <a:off x="26670000" y="0"/>
                <a:ext cx="69900" cy="38100"/>
              </a:xfrm>
              <a:prstGeom prst="rect">
                <a:avLst/>
              </a:prstGeom>
              <a:solidFill>
                <a:srgbClr val="82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1" name="Google Shape;1191;p17"/>
              <p:cNvSpPr/>
              <p:nvPr/>
            </p:nvSpPr>
            <p:spPr>
              <a:xfrm>
                <a:off x="26733500" y="0"/>
                <a:ext cx="69900" cy="381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2" name="Google Shape;1192;p17"/>
              <p:cNvSpPr/>
              <p:nvPr/>
            </p:nvSpPr>
            <p:spPr>
              <a:xfrm>
                <a:off x="26797000" y="0"/>
                <a:ext cx="69900" cy="381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3" name="Google Shape;1193;p17"/>
              <p:cNvSpPr/>
              <p:nvPr/>
            </p:nvSpPr>
            <p:spPr>
              <a:xfrm>
                <a:off x="26860500" y="0"/>
                <a:ext cx="69900" cy="381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4" name="Google Shape;1194;p17"/>
              <p:cNvSpPr/>
              <p:nvPr/>
            </p:nvSpPr>
            <p:spPr>
              <a:xfrm>
                <a:off x="26924000" y="0"/>
                <a:ext cx="69900" cy="381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5" name="Google Shape;1195;p17"/>
              <p:cNvSpPr/>
              <p:nvPr/>
            </p:nvSpPr>
            <p:spPr>
              <a:xfrm>
                <a:off x="26987500" y="0"/>
                <a:ext cx="69900" cy="38100"/>
              </a:xfrm>
              <a:prstGeom prst="rect">
                <a:avLst/>
              </a:prstGeom>
              <a:solidFill>
                <a:srgbClr val="92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6" name="Google Shape;1196;p17"/>
              <p:cNvSpPr/>
              <p:nvPr/>
            </p:nvSpPr>
            <p:spPr>
              <a:xfrm>
                <a:off x="27051000" y="0"/>
                <a:ext cx="69900" cy="381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7" name="Google Shape;1197;p17"/>
              <p:cNvSpPr/>
              <p:nvPr/>
            </p:nvSpPr>
            <p:spPr>
              <a:xfrm>
                <a:off x="27114500" y="0"/>
                <a:ext cx="69900" cy="381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8" name="Google Shape;1198;p17"/>
              <p:cNvSpPr/>
              <p:nvPr/>
            </p:nvSpPr>
            <p:spPr>
              <a:xfrm>
                <a:off x="27178000" y="0"/>
                <a:ext cx="69900" cy="381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9" name="Google Shape;1199;p17"/>
              <p:cNvSpPr/>
              <p:nvPr/>
            </p:nvSpPr>
            <p:spPr>
              <a:xfrm>
                <a:off x="27241500" y="0"/>
                <a:ext cx="69900" cy="381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0" name="Google Shape;1200;p17"/>
              <p:cNvSpPr/>
              <p:nvPr/>
            </p:nvSpPr>
            <p:spPr>
              <a:xfrm>
                <a:off x="27305000" y="0"/>
                <a:ext cx="69900" cy="381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1" name="Google Shape;1201;p17"/>
              <p:cNvSpPr/>
              <p:nvPr/>
            </p:nvSpPr>
            <p:spPr>
              <a:xfrm>
                <a:off x="27368500" y="0"/>
                <a:ext cx="69900" cy="381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2" name="Google Shape;1202;p17"/>
              <p:cNvSpPr/>
              <p:nvPr/>
            </p:nvSpPr>
            <p:spPr>
              <a:xfrm>
                <a:off x="27432000" y="0"/>
                <a:ext cx="69900" cy="381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3" name="Google Shape;1203;p17"/>
              <p:cNvSpPr/>
              <p:nvPr/>
            </p:nvSpPr>
            <p:spPr>
              <a:xfrm>
                <a:off x="27495500" y="0"/>
                <a:ext cx="69900" cy="381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4" name="Google Shape;1204;p17"/>
              <p:cNvSpPr/>
              <p:nvPr/>
            </p:nvSpPr>
            <p:spPr>
              <a:xfrm>
                <a:off x="27559000" y="0"/>
                <a:ext cx="69900" cy="38100"/>
              </a:xfrm>
              <a:prstGeom prst="rect">
                <a:avLst/>
              </a:prstGeom>
              <a:solidFill>
                <a:srgbClr val="AF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5" name="Google Shape;1205;p17"/>
              <p:cNvSpPr/>
              <p:nvPr/>
            </p:nvSpPr>
            <p:spPr>
              <a:xfrm>
                <a:off x="27622500" y="0"/>
                <a:ext cx="69900" cy="381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6" name="Google Shape;1206;p17"/>
              <p:cNvSpPr/>
              <p:nvPr/>
            </p:nvSpPr>
            <p:spPr>
              <a:xfrm>
                <a:off x="27686000" y="0"/>
                <a:ext cx="69900" cy="381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7" name="Google Shape;1207;p17"/>
              <p:cNvSpPr/>
              <p:nvPr/>
            </p:nvSpPr>
            <p:spPr>
              <a:xfrm>
                <a:off x="27749500" y="0"/>
                <a:ext cx="69900" cy="381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8" name="Google Shape;1208;p17"/>
              <p:cNvSpPr/>
              <p:nvPr/>
            </p:nvSpPr>
            <p:spPr>
              <a:xfrm>
                <a:off x="27813000" y="0"/>
                <a:ext cx="69900" cy="381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9" name="Google Shape;1209;p17"/>
              <p:cNvSpPr/>
              <p:nvPr/>
            </p:nvSpPr>
            <p:spPr>
              <a:xfrm>
                <a:off x="27876500" y="0"/>
                <a:ext cx="69900" cy="38100"/>
              </a:xfrm>
              <a:prstGeom prst="rect">
                <a:avLst/>
              </a:prstGeom>
              <a:solidFill>
                <a:srgbClr val="BF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0" name="Google Shape;1210;p17"/>
              <p:cNvSpPr/>
              <p:nvPr/>
            </p:nvSpPr>
            <p:spPr>
              <a:xfrm>
                <a:off x="27940000" y="0"/>
                <a:ext cx="69900" cy="381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1" name="Google Shape;1211;p17"/>
              <p:cNvSpPr/>
              <p:nvPr/>
            </p:nvSpPr>
            <p:spPr>
              <a:xfrm>
                <a:off x="28003500" y="0"/>
                <a:ext cx="69900" cy="381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2" name="Google Shape;1212;p17"/>
              <p:cNvSpPr/>
              <p:nvPr/>
            </p:nvSpPr>
            <p:spPr>
              <a:xfrm>
                <a:off x="28067000" y="0"/>
                <a:ext cx="69900" cy="381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3" name="Google Shape;1213;p17"/>
              <p:cNvSpPr/>
              <p:nvPr/>
            </p:nvSpPr>
            <p:spPr>
              <a:xfrm>
                <a:off x="28130500" y="0"/>
                <a:ext cx="69900" cy="38100"/>
              </a:xfrm>
              <a:prstGeom prst="rect">
                <a:avLst/>
              </a:prstGeom>
              <a:solidFill>
                <a:srgbClr val="CC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4" name="Google Shape;1214;p17"/>
              <p:cNvSpPr/>
              <p:nvPr/>
            </p:nvSpPr>
            <p:spPr>
              <a:xfrm>
                <a:off x="28194000" y="0"/>
                <a:ext cx="69900" cy="381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5" name="Google Shape;1215;p17"/>
              <p:cNvSpPr/>
              <p:nvPr/>
            </p:nvSpPr>
            <p:spPr>
              <a:xfrm>
                <a:off x="28257500" y="0"/>
                <a:ext cx="69900" cy="381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6" name="Google Shape;1216;p17"/>
              <p:cNvSpPr/>
              <p:nvPr/>
            </p:nvSpPr>
            <p:spPr>
              <a:xfrm>
                <a:off x="28321000" y="0"/>
                <a:ext cx="69900" cy="381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7" name="Google Shape;1217;p17"/>
              <p:cNvSpPr/>
              <p:nvPr/>
            </p:nvSpPr>
            <p:spPr>
              <a:xfrm>
                <a:off x="28384500" y="0"/>
                <a:ext cx="69900" cy="381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8" name="Google Shape;1218;p17"/>
              <p:cNvSpPr/>
              <p:nvPr/>
            </p:nvSpPr>
            <p:spPr>
              <a:xfrm>
                <a:off x="28448000" y="0"/>
                <a:ext cx="69900" cy="38100"/>
              </a:xfrm>
              <a:prstGeom prst="rect">
                <a:avLst/>
              </a:prstGeom>
              <a:solidFill>
                <a:srgbClr val="DC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9" name="Google Shape;1219;p17"/>
              <p:cNvSpPr/>
              <p:nvPr/>
            </p:nvSpPr>
            <p:spPr>
              <a:xfrm>
                <a:off x="28511500" y="0"/>
                <a:ext cx="69900" cy="381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0" name="Google Shape;1220;p17"/>
              <p:cNvSpPr/>
              <p:nvPr/>
            </p:nvSpPr>
            <p:spPr>
              <a:xfrm>
                <a:off x="28575000" y="0"/>
                <a:ext cx="69900" cy="381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1" name="Google Shape;1221;p17"/>
              <p:cNvSpPr/>
              <p:nvPr/>
            </p:nvSpPr>
            <p:spPr>
              <a:xfrm>
                <a:off x="28638500" y="0"/>
                <a:ext cx="69900" cy="381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2" name="Google Shape;1222;p17"/>
              <p:cNvSpPr/>
              <p:nvPr/>
            </p:nvSpPr>
            <p:spPr>
              <a:xfrm>
                <a:off x="28702000" y="0"/>
                <a:ext cx="69900" cy="381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3" name="Google Shape;1223;p17"/>
              <p:cNvSpPr/>
              <p:nvPr/>
            </p:nvSpPr>
            <p:spPr>
              <a:xfrm>
                <a:off x="28765500" y="0"/>
                <a:ext cx="69900" cy="381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4" name="Google Shape;1224;p17"/>
              <p:cNvSpPr/>
              <p:nvPr/>
            </p:nvSpPr>
            <p:spPr>
              <a:xfrm>
                <a:off x="28829000" y="0"/>
                <a:ext cx="69900" cy="381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5" name="Google Shape;1225;p17"/>
              <p:cNvSpPr/>
              <p:nvPr/>
            </p:nvSpPr>
            <p:spPr>
              <a:xfrm>
                <a:off x="28892500" y="0"/>
                <a:ext cx="69900" cy="38100"/>
              </a:xfrm>
              <a:prstGeom prst="rect">
                <a:avLst/>
              </a:prstGeom>
              <a:solidFill>
                <a:srgbClr val="F2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6" name="Google Shape;1226;p17"/>
              <p:cNvSpPr/>
              <p:nvPr/>
            </p:nvSpPr>
            <p:spPr>
              <a:xfrm>
                <a:off x="28956000" y="0"/>
                <a:ext cx="69900" cy="38100"/>
              </a:xfrm>
              <a:prstGeom prst="rect">
                <a:avLst/>
              </a:prstGeom>
              <a:solidFill>
                <a:srgbClr val="F5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7" name="Google Shape;1227;p17"/>
              <p:cNvSpPr/>
              <p:nvPr/>
            </p:nvSpPr>
            <p:spPr>
              <a:xfrm>
                <a:off x="29019500" y="0"/>
                <a:ext cx="69900" cy="38100"/>
              </a:xfrm>
              <a:prstGeom prst="rect">
                <a:avLst/>
              </a:prstGeom>
              <a:solidFill>
                <a:srgbClr val="F9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8" name="Google Shape;1228;p17"/>
              <p:cNvSpPr/>
              <p:nvPr/>
            </p:nvSpPr>
            <p:spPr>
              <a:xfrm>
                <a:off x="29083000" y="0"/>
                <a:ext cx="69900" cy="381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9" name="Google Shape;1229;p17"/>
              <p:cNvSpPr/>
              <p:nvPr/>
            </p:nvSpPr>
            <p:spPr>
              <a:xfrm>
                <a:off x="29146500" y="0"/>
                <a:ext cx="69900" cy="381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230" name="Google Shape;1230;p17"/>
          <p:cNvSpPr txBox="1"/>
          <p:nvPr/>
        </p:nvSpPr>
        <p:spPr>
          <a:xfrm>
            <a:off x="238125" y="857250"/>
            <a:ext cx="6684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rgbClr val="333333"/>
                </a:solidFill>
                <a:latin typeface="Noto Sans JP"/>
                <a:ea typeface="Noto Sans JP"/>
                <a:cs typeface="Noto Sans JP"/>
                <a:sym typeface="Noto Sans JP"/>
              </a:rPr>
              <a:t>教室の生徒とオンラインの生徒が同じ教材を同時に見られる環境作り</a:t>
            </a:r>
            <a:endParaRPr sz="1600">
              <a:solidFill>
                <a:srgbClr val="333333"/>
              </a:solidFill>
              <a:latin typeface="Noto Sans JP"/>
              <a:ea typeface="Noto Sans JP"/>
              <a:cs typeface="Noto Sans JP"/>
              <a:sym typeface="Noto Sans JP"/>
            </a:endParaRPr>
          </a:p>
        </p:txBody>
      </p:sp>
      <p:sp>
        <p:nvSpPr>
          <p:cNvPr id="1231" name="Google Shape;1231;p17"/>
          <p:cNvSpPr/>
          <p:nvPr/>
        </p:nvSpPr>
        <p:spPr>
          <a:xfrm>
            <a:off x="238125" y="1485900"/>
            <a:ext cx="4257600" cy="3238500"/>
          </a:xfrm>
          <a:prstGeom prst="rect">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2" name="Google Shape;1232;p17"/>
          <p:cNvSpPr/>
          <p:nvPr/>
        </p:nvSpPr>
        <p:spPr>
          <a:xfrm>
            <a:off x="238125" y="1485900"/>
            <a:ext cx="4257600" cy="381000"/>
          </a:xfrm>
          <a:prstGeom prst="rect">
            <a:avLst/>
          </a:prstGeom>
          <a:solidFill>
            <a:srgbClr val="4C10A7"/>
          </a:solidFill>
          <a:ln cap="flat" cmpd="sng" w="9525">
            <a:solidFill>
              <a:srgbClr val="4C10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3" name="Google Shape;1233;p17"/>
          <p:cNvSpPr txBox="1"/>
          <p:nvPr/>
        </p:nvSpPr>
        <p:spPr>
          <a:xfrm>
            <a:off x="238125" y="1485900"/>
            <a:ext cx="4257600" cy="381000"/>
          </a:xfrm>
          <a:prstGeom prst="rect">
            <a:avLst/>
          </a:prstGeom>
          <a:noFill/>
          <a:ln cap="flat" cmpd="sng" w="19050">
            <a:solidFill>
              <a:srgbClr val="6D17EE"/>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ja" sz="1600">
                <a:solidFill>
                  <a:srgbClr val="FEFEFE"/>
                </a:solidFill>
                <a:latin typeface="Noto Sans JP"/>
                <a:ea typeface="Noto Sans JP"/>
                <a:cs typeface="Noto Sans JP"/>
                <a:sym typeface="Noto Sans JP"/>
              </a:rPr>
              <a:t>教室内の提示（プロジェクター）</a:t>
            </a:r>
            <a:endParaRPr b="1" sz="1600">
              <a:solidFill>
                <a:srgbClr val="FEFEFE"/>
              </a:solidFill>
              <a:latin typeface="Noto Sans JP"/>
              <a:ea typeface="Noto Sans JP"/>
              <a:cs typeface="Noto Sans JP"/>
              <a:sym typeface="Noto Sans JP"/>
            </a:endParaRPr>
          </a:p>
        </p:txBody>
      </p:sp>
      <p:sp>
        <p:nvSpPr>
          <p:cNvPr id="1234" name="Google Shape;1234;p17"/>
          <p:cNvSpPr txBox="1"/>
          <p:nvPr/>
        </p:nvSpPr>
        <p:spPr>
          <a:xfrm>
            <a:off x="352425" y="2084959"/>
            <a:ext cx="4029000" cy="2369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ja" sz="1700">
                <a:solidFill>
                  <a:srgbClr val="1F2937"/>
                </a:solidFill>
                <a:latin typeface="Noto Sans JP"/>
                <a:ea typeface="Noto Sans JP"/>
                <a:cs typeface="Noto Sans JP"/>
                <a:sym typeface="Noto Sans JP"/>
              </a:rPr>
              <a:t>Surface上のデジタル教材を投影</a:t>
            </a:r>
            <a:endParaRPr sz="17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t/>
            </a:r>
            <a:endParaRPr sz="17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rPr lang="ja" sz="1700">
                <a:solidFill>
                  <a:srgbClr val="1F2937"/>
                </a:solidFill>
                <a:latin typeface="Noto Sans JP"/>
                <a:ea typeface="Noto Sans JP"/>
                <a:cs typeface="Noto Sans JP"/>
                <a:sym typeface="Noto Sans JP"/>
              </a:rPr>
              <a:t>黒板とスクリーンの併用で視覚化</a:t>
            </a:r>
            <a:endParaRPr sz="17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t/>
            </a:r>
            <a:endParaRPr sz="17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600"/>
              </a:spcAft>
              <a:buNone/>
            </a:pPr>
            <a:r>
              <a:rPr lang="ja" sz="1700">
                <a:solidFill>
                  <a:srgbClr val="1F2937"/>
                </a:solidFill>
                <a:latin typeface="Noto Sans JP"/>
                <a:ea typeface="Noto Sans JP"/>
                <a:cs typeface="Noto Sans JP"/>
                <a:sym typeface="Noto Sans JP"/>
              </a:rPr>
              <a:t>教室内を移動しながら説明可能</a:t>
            </a:r>
            <a:endParaRPr sz="1700">
              <a:solidFill>
                <a:srgbClr val="1F2937"/>
              </a:solidFill>
              <a:latin typeface="Noto Sans JP"/>
              <a:ea typeface="Noto Sans JP"/>
              <a:cs typeface="Noto Sans JP"/>
              <a:sym typeface="Noto Sans JP"/>
            </a:endParaRPr>
          </a:p>
        </p:txBody>
      </p:sp>
      <p:sp>
        <p:nvSpPr>
          <p:cNvPr id="1235" name="Google Shape;1235;p17"/>
          <p:cNvSpPr/>
          <p:nvPr/>
        </p:nvSpPr>
        <p:spPr>
          <a:xfrm>
            <a:off x="4648200" y="1485900"/>
            <a:ext cx="4257600" cy="3238500"/>
          </a:xfrm>
          <a:prstGeom prst="rect">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6" name="Google Shape;1236;p17"/>
          <p:cNvSpPr/>
          <p:nvPr/>
        </p:nvSpPr>
        <p:spPr>
          <a:xfrm>
            <a:off x="4648200" y="1485900"/>
            <a:ext cx="4257600" cy="381000"/>
          </a:xfrm>
          <a:prstGeom prst="rect">
            <a:avLst/>
          </a:prstGeom>
          <a:solidFill>
            <a:srgbClr val="6D17EE"/>
          </a:solidFill>
          <a:ln cap="flat" cmpd="sng" w="9525">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7" name="Google Shape;1237;p17"/>
          <p:cNvSpPr txBox="1"/>
          <p:nvPr/>
        </p:nvSpPr>
        <p:spPr>
          <a:xfrm>
            <a:off x="4648200" y="1485900"/>
            <a:ext cx="4257600" cy="381000"/>
          </a:xfrm>
          <a:prstGeom prst="rect">
            <a:avLst/>
          </a:prstGeom>
          <a:noFill/>
          <a:ln cap="flat" cmpd="sng" w="19050">
            <a:solidFill>
              <a:srgbClr val="6D17EE"/>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ja" sz="1600">
                <a:solidFill>
                  <a:srgbClr val="FEFEFE"/>
                </a:solidFill>
                <a:latin typeface="Noto Sans JP"/>
                <a:ea typeface="Noto Sans JP"/>
                <a:cs typeface="Noto Sans JP"/>
                <a:sym typeface="Noto Sans JP"/>
              </a:rPr>
              <a:t>オンラインへの提示（Meet画面共有）</a:t>
            </a:r>
            <a:endParaRPr b="1" sz="1600">
              <a:solidFill>
                <a:srgbClr val="FEFEFE"/>
              </a:solidFill>
              <a:latin typeface="Noto Sans JP"/>
              <a:ea typeface="Noto Sans JP"/>
              <a:cs typeface="Noto Sans JP"/>
              <a:sym typeface="Noto Sans JP"/>
            </a:endParaRPr>
          </a:p>
        </p:txBody>
      </p:sp>
      <p:sp>
        <p:nvSpPr>
          <p:cNvPr id="1238" name="Google Shape;1238;p17"/>
          <p:cNvSpPr txBox="1"/>
          <p:nvPr/>
        </p:nvSpPr>
        <p:spPr>
          <a:xfrm>
            <a:off x="4762500" y="2084959"/>
            <a:ext cx="4029000" cy="2369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ja" sz="1700">
                <a:solidFill>
                  <a:srgbClr val="1F2937"/>
                </a:solidFill>
                <a:latin typeface="Noto Sans JP"/>
                <a:ea typeface="Noto Sans JP"/>
                <a:cs typeface="Noto Sans JP"/>
                <a:sym typeface="Noto Sans JP"/>
              </a:rPr>
              <a:t>教室と同じデジタル教材を共有</a:t>
            </a:r>
            <a:endParaRPr sz="17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t/>
            </a:r>
            <a:endParaRPr sz="17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rPr lang="ja" sz="1700">
                <a:solidFill>
                  <a:srgbClr val="1F2937"/>
                </a:solidFill>
                <a:latin typeface="Noto Sans JP"/>
                <a:ea typeface="Noto Sans JP"/>
                <a:cs typeface="Noto Sans JP"/>
                <a:sym typeface="Noto Sans JP"/>
              </a:rPr>
              <a:t>自宅や別室でも同じタイミングで受講</a:t>
            </a:r>
            <a:endParaRPr sz="17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t/>
            </a:r>
            <a:endParaRPr sz="17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600"/>
              </a:spcAft>
              <a:buNone/>
            </a:pPr>
            <a:r>
              <a:rPr lang="ja" sz="1700">
                <a:solidFill>
                  <a:srgbClr val="1F2937"/>
                </a:solidFill>
                <a:latin typeface="Noto Sans JP"/>
                <a:ea typeface="Noto Sans JP"/>
                <a:cs typeface="Noto Sans JP"/>
                <a:sym typeface="Noto Sans JP"/>
              </a:rPr>
              <a:t>チャットや挙手機能で意思表示</a:t>
            </a:r>
            <a:endParaRPr sz="1700">
              <a:solidFill>
                <a:srgbClr val="1F2937"/>
              </a:solidFill>
              <a:latin typeface="Noto Sans JP"/>
              <a:ea typeface="Noto Sans JP"/>
              <a:cs typeface="Noto Sans JP"/>
              <a:sym typeface="Noto Sans JP"/>
            </a:endParaRPr>
          </a:p>
        </p:txBody>
      </p:sp>
      <p:grpSp>
        <p:nvGrpSpPr>
          <p:cNvPr id="1239" name="Google Shape;1239;p17"/>
          <p:cNvGrpSpPr/>
          <p:nvPr/>
        </p:nvGrpSpPr>
        <p:grpSpPr>
          <a:xfrm>
            <a:off x="0" y="5086350"/>
            <a:ext cx="9150400" cy="57300"/>
            <a:chOff x="0" y="5086350"/>
            <a:chExt cx="9150400" cy="57300"/>
          </a:xfrm>
        </p:grpSpPr>
        <p:sp>
          <p:nvSpPr>
            <p:cNvPr id="1240" name="Google Shape;1240;p17"/>
            <p:cNvSpPr/>
            <p:nvPr/>
          </p:nvSpPr>
          <p:spPr>
            <a:xfrm>
              <a:off x="0" y="5086350"/>
              <a:ext cx="699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1" name="Google Shape;1241;p17"/>
            <p:cNvSpPr/>
            <p:nvPr/>
          </p:nvSpPr>
          <p:spPr>
            <a:xfrm>
              <a:off x="63500" y="5086350"/>
              <a:ext cx="69900" cy="57300"/>
            </a:xfrm>
            <a:prstGeom prst="rect">
              <a:avLst/>
            </a:prstGeom>
            <a:solidFill>
              <a:srgbClr val="43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2" name="Google Shape;1242;p17"/>
            <p:cNvSpPr/>
            <p:nvPr/>
          </p:nvSpPr>
          <p:spPr>
            <a:xfrm>
              <a:off x="127000" y="5086350"/>
              <a:ext cx="69900" cy="573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3" name="Google Shape;1243;p17"/>
            <p:cNvSpPr/>
            <p:nvPr/>
          </p:nvSpPr>
          <p:spPr>
            <a:xfrm>
              <a:off x="190500" y="5086350"/>
              <a:ext cx="69900" cy="57300"/>
            </a:xfrm>
            <a:prstGeom prst="rect">
              <a:avLst/>
            </a:prstGeom>
            <a:solidFill>
              <a:srgbClr val="46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4" name="Google Shape;1244;p17"/>
            <p:cNvSpPr/>
            <p:nvPr/>
          </p:nvSpPr>
          <p:spPr>
            <a:xfrm>
              <a:off x="254000" y="5086350"/>
              <a:ext cx="69900" cy="57300"/>
            </a:xfrm>
            <a:prstGeom prst="rect">
              <a:avLst/>
            </a:prstGeom>
            <a:solidFill>
              <a:srgbClr val="4784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5" name="Google Shape;1245;p17"/>
            <p:cNvSpPr/>
            <p:nvPr/>
          </p:nvSpPr>
          <p:spPr>
            <a:xfrm>
              <a:off x="317500" y="5086350"/>
              <a:ext cx="69900" cy="57300"/>
            </a:xfrm>
            <a:prstGeom prst="rect">
              <a:avLst/>
            </a:prstGeom>
            <a:solidFill>
              <a:srgbClr val="49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6" name="Google Shape;1246;p17"/>
            <p:cNvSpPr/>
            <p:nvPr/>
          </p:nvSpPr>
          <p:spPr>
            <a:xfrm>
              <a:off x="381000" y="5086350"/>
              <a:ext cx="69900" cy="57300"/>
            </a:xfrm>
            <a:prstGeom prst="rect">
              <a:avLst/>
            </a:prstGeom>
            <a:solidFill>
              <a:srgbClr val="4A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7" name="Google Shape;1247;p17"/>
            <p:cNvSpPr/>
            <p:nvPr/>
          </p:nvSpPr>
          <p:spPr>
            <a:xfrm>
              <a:off x="444500" y="5086350"/>
              <a:ext cx="69900" cy="57300"/>
            </a:xfrm>
            <a:prstGeom prst="rect">
              <a:avLst/>
            </a:prstGeom>
            <a:solidFill>
              <a:srgbClr val="4B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8" name="Google Shape;1248;p17"/>
            <p:cNvSpPr/>
            <p:nvPr/>
          </p:nvSpPr>
          <p:spPr>
            <a:xfrm>
              <a:off x="508000" y="5086350"/>
              <a:ext cx="69900" cy="57300"/>
            </a:xfrm>
            <a:prstGeom prst="rect">
              <a:avLst/>
            </a:prstGeom>
            <a:solidFill>
              <a:srgbClr val="4D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9" name="Google Shape;1249;p17"/>
            <p:cNvSpPr/>
            <p:nvPr/>
          </p:nvSpPr>
          <p:spPr>
            <a:xfrm>
              <a:off x="571500" y="5086350"/>
              <a:ext cx="69900" cy="57300"/>
            </a:xfrm>
            <a:prstGeom prst="rect">
              <a:avLst/>
            </a:prstGeom>
            <a:solidFill>
              <a:srgbClr val="4E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0" name="Google Shape;1250;p17"/>
            <p:cNvSpPr/>
            <p:nvPr/>
          </p:nvSpPr>
          <p:spPr>
            <a:xfrm>
              <a:off x="635000" y="5086350"/>
              <a:ext cx="69900" cy="57300"/>
            </a:xfrm>
            <a:prstGeom prst="rect">
              <a:avLst/>
            </a:prstGeom>
            <a:solidFill>
              <a:srgbClr val="4F81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1" name="Google Shape;1251;p17"/>
            <p:cNvSpPr/>
            <p:nvPr/>
          </p:nvSpPr>
          <p:spPr>
            <a:xfrm>
              <a:off x="698500" y="5086350"/>
              <a:ext cx="69900" cy="57300"/>
            </a:xfrm>
            <a:prstGeom prst="rect">
              <a:avLst/>
            </a:prstGeom>
            <a:solidFill>
              <a:srgbClr val="51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2" name="Google Shape;1252;p17"/>
            <p:cNvSpPr/>
            <p:nvPr/>
          </p:nvSpPr>
          <p:spPr>
            <a:xfrm>
              <a:off x="762000" y="5086350"/>
              <a:ext cx="69900" cy="573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3" name="Google Shape;1253;p17"/>
            <p:cNvSpPr/>
            <p:nvPr/>
          </p:nvSpPr>
          <p:spPr>
            <a:xfrm>
              <a:off x="825500" y="5086350"/>
              <a:ext cx="69900" cy="57300"/>
            </a:xfrm>
            <a:prstGeom prst="rect">
              <a:avLst/>
            </a:prstGeom>
            <a:solidFill>
              <a:srgbClr val="53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4" name="Google Shape;1254;p17"/>
            <p:cNvSpPr/>
            <p:nvPr/>
          </p:nvSpPr>
          <p:spPr>
            <a:xfrm>
              <a:off x="889000" y="5086350"/>
              <a:ext cx="69900" cy="573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5" name="Google Shape;1255;p17"/>
            <p:cNvSpPr/>
            <p:nvPr/>
          </p:nvSpPr>
          <p:spPr>
            <a:xfrm>
              <a:off x="952500" y="5086350"/>
              <a:ext cx="69900" cy="57300"/>
            </a:xfrm>
            <a:prstGeom prst="rect">
              <a:avLst/>
            </a:prstGeom>
            <a:solidFill>
              <a:srgbClr val="56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6" name="Google Shape;1256;p17"/>
            <p:cNvSpPr/>
            <p:nvPr/>
          </p:nvSpPr>
          <p:spPr>
            <a:xfrm>
              <a:off x="1016000" y="5086350"/>
              <a:ext cx="69900" cy="57300"/>
            </a:xfrm>
            <a:prstGeom prst="rect">
              <a:avLst/>
            </a:prstGeom>
            <a:solidFill>
              <a:srgbClr val="57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7" name="Google Shape;1257;p17"/>
            <p:cNvSpPr/>
            <p:nvPr/>
          </p:nvSpPr>
          <p:spPr>
            <a:xfrm>
              <a:off x="1079500" y="5086350"/>
              <a:ext cx="69900" cy="573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8" name="Google Shape;1258;p17"/>
            <p:cNvSpPr/>
            <p:nvPr/>
          </p:nvSpPr>
          <p:spPr>
            <a:xfrm>
              <a:off x="1143000" y="5086350"/>
              <a:ext cx="69900" cy="57300"/>
            </a:xfrm>
            <a:prstGeom prst="rect">
              <a:avLst/>
            </a:prstGeom>
            <a:solidFill>
              <a:srgbClr val="5A7F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9" name="Google Shape;1259;p17"/>
            <p:cNvSpPr/>
            <p:nvPr/>
          </p:nvSpPr>
          <p:spPr>
            <a:xfrm>
              <a:off x="1206500" y="5086350"/>
              <a:ext cx="69900" cy="57300"/>
            </a:xfrm>
            <a:prstGeom prst="rect">
              <a:avLst/>
            </a:prstGeom>
            <a:solidFill>
              <a:srgbClr val="5B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0" name="Google Shape;1260;p17"/>
            <p:cNvSpPr/>
            <p:nvPr/>
          </p:nvSpPr>
          <p:spPr>
            <a:xfrm>
              <a:off x="1270000" y="5086350"/>
              <a:ext cx="69900" cy="573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1" name="Google Shape;1261;p17"/>
            <p:cNvSpPr/>
            <p:nvPr/>
          </p:nvSpPr>
          <p:spPr>
            <a:xfrm>
              <a:off x="1333500" y="5086350"/>
              <a:ext cx="69900" cy="57300"/>
            </a:xfrm>
            <a:prstGeom prst="rect">
              <a:avLst/>
            </a:prstGeom>
            <a:solidFill>
              <a:srgbClr val="5E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2" name="Google Shape;1262;p17"/>
            <p:cNvSpPr/>
            <p:nvPr/>
          </p:nvSpPr>
          <p:spPr>
            <a:xfrm>
              <a:off x="1397000" y="5086350"/>
              <a:ext cx="69900" cy="573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3" name="Google Shape;1263;p17"/>
            <p:cNvSpPr/>
            <p:nvPr/>
          </p:nvSpPr>
          <p:spPr>
            <a:xfrm>
              <a:off x="1460500" y="5086350"/>
              <a:ext cx="69900" cy="57300"/>
            </a:xfrm>
            <a:prstGeom prst="rect">
              <a:avLst/>
            </a:prstGeom>
            <a:solidFill>
              <a:srgbClr val="60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4" name="Google Shape;1264;p17"/>
            <p:cNvSpPr/>
            <p:nvPr/>
          </p:nvSpPr>
          <p:spPr>
            <a:xfrm>
              <a:off x="1524000" y="5086350"/>
              <a:ext cx="69900" cy="573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5" name="Google Shape;1265;p17"/>
            <p:cNvSpPr/>
            <p:nvPr/>
          </p:nvSpPr>
          <p:spPr>
            <a:xfrm>
              <a:off x="1587500" y="5086350"/>
              <a:ext cx="69900" cy="57300"/>
            </a:xfrm>
            <a:prstGeom prst="rect">
              <a:avLst/>
            </a:prstGeom>
            <a:solidFill>
              <a:srgbClr val="63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6" name="Google Shape;1266;p17"/>
            <p:cNvSpPr/>
            <p:nvPr/>
          </p:nvSpPr>
          <p:spPr>
            <a:xfrm>
              <a:off x="1651000" y="5086350"/>
              <a:ext cx="69900" cy="57300"/>
            </a:xfrm>
            <a:prstGeom prst="rect">
              <a:avLst/>
            </a:prstGeom>
            <a:solidFill>
              <a:srgbClr val="64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7" name="Google Shape;1267;p17"/>
            <p:cNvSpPr/>
            <p:nvPr/>
          </p:nvSpPr>
          <p:spPr>
            <a:xfrm>
              <a:off x="1714500" y="5086350"/>
              <a:ext cx="69900" cy="57300"/>
            </a:xfrm>
            <a:prstGeom prst="rect">
              <a:avLst/>
            </a:prstGeom>
            <a:solidFill>
              <a:srgbClr val="66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8" name="Google Shape;1268;p17"/>
            <p:cNvSpPr/>
            <p:nvPr/>
          </p:nvSpPr>
          <p:spPr>
            <a:xfrm>
              <a:off x="1778000" y="5086350"/>
              <a:ext cx="69900" cy="57300"/>
            </a:xfrm>
            <a:prstGeom prst="rect">
              <a:avLst/>
            </a:prstGeom>
            <a:solidFill>
              <a:srgbClr val="67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9" name="Google Shape;1269;p17"/>
            <p:cNvSpPr/>
            <p:nvPr/>
          </p:nvSpPr>
          <p:spPr>
            <a:xfrm>
              <a:off x="1841500" y="5086350"/>
              <a:ext cx="69900" cy="573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0" name="Google Shape;1270;p17"/>
            <p:cNvSpPr/>
            <p:nvPr/>
          </p:nvSpPr>
          <p:spPr>
            <a:xfrm>
              <a:off x="1905000" y="5086350"/>
              <a:ext cx="69900" cy="57300"/>
            </a:xfrm>
            <a:prstGeom prst="rect">
              <a:avLst/>
            </a:prstGeom>
            <a:solidFill>
              <a:srgbClr val="6A7A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1" name="Google Shape;1271;p17"/>
            <p:cNvSpPr/>
            <p:nvPr/>
          </p:nvSpPr>
          <p:spPr>
            <a:xfrm>
              <a:off x="1968500" y="5086350"/>
              <a:ext cx="69900" cy="57300"/>
            </a:xfrm>
            <a:prstGeom prst="rect">
              <a:avLst/>
            </a:prstGeom>
            <a:solidFill>
              <a:srgbClr val="6B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2" name="Google Shape;1272;p17"/>
            <p:cNvSpPr/>
            <p:nvPr/>
          </p:nvSpPr>
          <p:spPr>
            <a:xfrm>
              <a:off x="2032000" y="5086350"/>
              <a:ext cx="69900" cy="573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3" name="Google Shape;1273;p17"/>
            <p:cNvSpPr/>
            <p:nvPr/>
          </p:nvSpPr>
          <p:spPr>
            <a:xfrm>
              <a:off x="2095500" y="5086350"/>
              <a:ext cx="69900" cy="57300"/>
            </a:xfrm>
            <a:prstGeom prst="rect">
              <a:avLst/>
            </a:prstGeom>
            <a:solidFill>
              <a:srgbClr val="6E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4" name="Google Shape;1274;p17"/>
            <p:cNvSpPr/>
            <p:nvPr/>
          </p:nvSpPr>
          <p:spPr>
            <a:xfrm>
              <a:off x="2159000" y="5086350"/>
              <a:ext cx="69900" cy="573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5" name="Google Shape;1275;p17"/>
            <p:cNvSpPr/>
            <p:nvPr/>
          </p:nvSpPr>
          <p:spPr>
            <a:xfrm>
              <a:off x="2222500" y="5086350"/>
              <a:ext cx="69900" cy="57300"/>
            </a:xfrm>
            <a:prstGeom prst="rect">
              <a:avLst/>
            </a:prstGeom>
            <a:solidFill>
              <a:srgbClr val="70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6" name="Google Shape;1276;p17"/>
            <p:cNvSpPr/>
            <p:nvPr/>
          </p:nvSpPr>
          <p:spPr>
            <a:xfrm>
              <a:off x="2286000" y="5086350"/>
              <a:ext cx="69900" cy="573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7" name="Google Shape;1277;p17"/>
            <p:cNvSpPr/>
            <p:nvPr/>
          </p:nvSpPr>
          <p:spPr>
            <a:xfrm>
              <a:off x="2349500" y="5086350"/>
              <a:ext cx="69900" cy="57300"/>
            </a:xfrm>
            <a:prstGeom prst="rect">
              <a:avLst/>
            </a:prstGeom>
            <a:solidFill>
              <a:srgbClr val="73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8" name="Google Shape;1278;p17"/>
            <p:cNvSpPr/>
            <p:nvPr/>
          </p:nvSpPr>
          <p:spPr>
            <a:xfrm>
              <a:off x="2413000" y="5086350"/>
              <a:ext cx="69900" cy="57300"/>
            </a:xfrm>
            <a:prstGeom prst="rect">
              <a:avLst/>
            </a:prstGeom>
            <a:solidFill>
              <a:srgbClr val="74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9" name="Google Shape;1279;p17"/>
            <p:cNvSpPr/>
            <p:nvPr/>
          </p:nvSpPr>
          <p:spPr>
            <a:xfrm>
              <a:off x="2476500" y="5086350"/>
              <a:ext cx="69900" cy="57300"/>
            </a:xfrm>
            <a:prstGeom prst="rect">
              <a:avLst/>
            </a:prstGeom>
            <a:solidFill>
              <a:srgbClr val="76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0" name="Google Shape;1280;p17"/>
            <p:cNvSpPr/>
            <p:nvPr/>
          </p:nvSpPr>
          <p:spPr>
            <a:xfrm>
              <a:off x="2540000" y="5086350"/>
              <a:ext cx="69900" cy="57300"/>
            </a:xfrm>
            <a:prstGeom prst="rect">
              <a:avLst/>
            </a:prstGeom>
            <a:solidFill>
              <a:srgbClr val="77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1" name="Google Shape;1281;p17"/>
            <p:cNvSpPr/>
            <p:nvPr/>
          </p:nvSpPr>
          <p:spPr>
            <a:xfrm>
              <a:off x="2603500" y="5086350"/>
              <a:ext cx="69900" cy="573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2" name="Google Shape;1282;p17"/>
            <p:cNvSpPr/>
            <p:nvPr/>
          </p:nvSpPr>
          <p:spPr>
            <a:xfrm>
              <a:off x="2667000" y="5086350"/>
              <a:ext cx="69900" cy="57300"/>
            </a:xfrm>
            <a:prstGeom prst="rect">
              <a:avLst/>
            </a:prstGeom>
            <a:solidFill>
              <a:srgbClr val="7A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3" name="Google Shape;1283;p17"/>
            <p:cNvSpPr/>
            <p:nvPr/>
          </p:nvSpPr>
          <p:spPr>
            <a:xfrm>
              <a:off x="2730500" y="5086350"/>
              <a:ext cx="69900" cy="57300"/>
            </a:xfrm>
            <a:prstGeom prst="rect">
              <a:avLst/>
            </a:prstGeom>
            <a:solidFill>
              <a:srgbClr val="7B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4" name="Google Shape;1284;p17"/>
            <p:cNvSpPr/>
            <p:nvPr/>
          </p:nvSpPr>
          <p:spPr>
            <a:xfrm>
              <a:off x="2794000" y="5086350"/>
              <a:ext cx="69900" cy="573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5" name="Google Shape;1285;p17"/>
            <p:cNvSpPr/>
            <p:nvPr/>
          </p:nvSpPr>
          <p:spPr>
            <a:xfrm>
              <a:off x="2857500" y="5086350"/>
              <a:ext cx="69900" cy="57300"/>
            </a:xfrm>
            <a:prstGeom prst="rect">
              <a:avLst/>
            </a:prstGeom>
            <a:solidFill>
              <a:srgbClr val="7D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6" name="Google Shape;1286;p17"/>
            <p:cNvSpPr/>
            <p:nvPr/>
          </p:nvSpPr>
          <p:spPr>
            <a:xfrm>
              <a:off x="2921000" y="5086350"/>
              <a:ext cx="69900" cy="573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7" name="Google Shape;1287;p17"/>
            <p:cNvSpPr/>
            <p:nvPr/>
          </p:nvSpPr>
          <p:spPr>
            <a:xfrm>
              <a:off x="2984500" y="5086350"/>
              <a:ext cx="69900" cy="57300"/>
            </a:xfrm>
            <a:prstGeom prst="rect">
              <a:avLst/>
            </a:prstGeom>
            <a:solidFill>
              <a:srgbClr val="80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8" name="Google Shape;1288;p17"/>
            <p:cNvSpPr/>
            <p:nvPr/>
          </p:nvSpPr>
          <p:spPr>
            <a:xfrm>
              <a:off x="3048000" y="5086350"/>
              <a:ext cx="69900" cy="57300"/>
            </a:xfrm>
            <a:prstGeom prst="rect">
              <a:avLst/>
            </a:prstGeom>
            <a:solidFill>
              <a:srgbClr val="81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9" name="Google Shape;1289;p17"/>
            <p:cNvSpPr/>
            <p:nvPr/>
          </p:nvSpPr>
          <p:spPr>
            <a:xfrm>
              <a:off x="3111500" y="5086350"/>
              <a:ext cx="69900" cy="57300"/>
            </a:xfrm>
            <a:prstGeom prst="rect">
              <a:avLst/>
            </a:prstGeom>
            <a:solidFill>
              <a:srgbClr val="83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0" name="Google Shape;1290;p17"/>
            <p:cNvSpPr/>
            <p:nvPr/>
          </p:nvSpPr>
          <p:spPr>
            <a:xfrm>
              <a:off x="3175000" y="5086350"/>
              <a:ext cx="69900" cy="57300"/>
            </a:xfrm>
            <a:prstGeom prst="rect">
              <a:avLst/>
            </a:prstGeom>
            <a:solidFill>
              <a:srgbClr val="84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1" name="Google Shape;1291;p17"/>
            <p:cNvSpPr/>
            <p:nvPr/>
          </p:nvSpPr>
          <p:spPr>
            <a:xfrm>
              <a:off x="3238500" y="5086350"/>
              <a:ext cx="69900" cy="573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2" name="Google Shape;1292;p17"/>
            <p:cNvSpPr/>
            <p:nvPr/>
          </p:nvSpPr>
          <p:spPr>
            <a:xfrm>
              <a:off x="3302000" y="5086350"/>
              <a:ext cx="69900" cy="57300"/>
            </a:xfrm>
            <a:prstGeom prst="rect">
              <a:avLst/>
            </a:prstGeom>
            <a:solidFill>
              <a:srgbClr val="87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3" name="Google Shape;1293;p17"/>
            <p:cNvSpPr/>
            <p:nvPr/>
          </p:nvSpPr>
          <p:spPr>
            <a:xfrm>
              <a:off x="3365500" y="5086350"/>
              <a:ext cx="69900" cy="573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4" name="Google Shape;1294;p17"/>
            <p:cNvSpPr/>
            <p:nvPr/>
          </p:nvSpPr>
          <p:spPr>
            <a:xfrm>
              <a:off x="3429000" y="5086350"/>
              <a:ext cx="69900" cy="57300"/>
            </a:xfrm>
            <a:prstGeom prst="rect">
              <a:avLst/>
            </a:prstGeom>
            <a:solidFill>
              <a:srgbClr val="89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5" name="Google Shape;1295;p17"/>
            <p:cNvSpPr/>
            <p:nvPr/>
          </p:nvSpPr>
          <p:spPr>
            <a:xfrm>
              <a:off x="3492500" y="5086350"/>
              <a:ext cx="69900" cy="57300"/>
            </a:xfrm>
            <a:prstGeom prst="rect">
              <a:avLst/>
            </a:prstGeom>
            <a:solidFill>
              <a:srgbClr val="8B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6" name="Google Shape;1296;p17"/>
            <p:cNvSpPr/>
            <p:nvPr/>
          </p:nvSpPr>
          <p:spPr>
            <a:xfrm>
              <a:off x="3556000" y="5086350"/>
              <a:ext cx="69900" cy="573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7" name="Google Shape;1297;p17"/>
            <p:cNvSpPr/>
            <p:nvPr/>
          </p:nvSpPr>
          <p:spPr>
            <a:xfrm>
              <a:off x="3619500" y="5086350"/>
              <a:ext cx="69900" cy="57300"/>
            </a:xfrm>
            <a:prstGeom prst="rect">
              <a:avLst/>
            </a:prstGeom>
            <a:solidFill>
              <a:srgbClr val="8D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8" name="Google Shape;1298;p17"/>
            <p:cNvSpPr/>
            <p:nvPr/>
          </p:nvSpPr>
          <p:spPr>
            <a:xfrm>
              <a:off x="3683000" y="5086350"/>
              <a:ext cx="69900" cy="573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9" name="Google Shape;1299;p17"/>
            <p:cNvSpPr/>
            <p:nvPr/>
          </p:nvSpPr>
          <p:spPr>
            <a:xfrm>
              <a:off x="3746500" y="5086350"/>
              <a:ext cx="69900" cy="57300"/>
            </a:xfrm>
            <a:prstGeom prst="rect">
              <a:avLst/>
            </a:prstGeom>
            <a:solidFill>
              <a:srgbClr val="90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0" name="Google Shape;1300;p17"/>
            <p:cNvSpPr/>
            <p:nvPr/>
          </p:nvSpPr>
          <p:spPr>
            <a:xfrm>
              <a:off x="3810000" y="5086350"/>
              <a:ext cx="69900" cy="57300"/>
            </a:xfrm>
            <a:prstGeom prst="rect">
              <a:avLst/>
            </a:prstGeom>
            <a:solidFill>
              <a:srgbClr val="91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1" name="Google Shape;1301;p17"/>
            <p:cNvSpPr/>
            <p:nvPr/>
          </p:nvSpPr>
          <p:spPr>
            <a:xfrm>
              <a:off x="3873500" y="5086350"/>
              <a:ext cx="69900" cy="57300"/>
            </a:xfrm>
            <a:prstGeom prst="rect">
              <a:avLst/>
            </a:prstGeom>
            <a:solidFill>
              <a:srgbClr val="93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2" name="Google Shape;1302;p17"/>
            <p:cNvSpPr/>
            <p:nvPr/>
          </p:nvSpPr>
          <p:spPr>
            <a:xfrm>
              <a:off x="3937000" y="5086350"/>
              <a:ext cx="69900" cy="57300"/>
            </a:xfrm>
            <a:prstGeom prst="rect">
              <a:avLst/>
            </a:prstGeom>
            <a:solidFill>
              <a:srgbClr val="94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3" name="Google Shape;1303;p17"/>
            <p:cNvSpPr/>
            <p:nvPr/>
          </p:nvSpPr>
          <p:spPr>
            <a:xfrm>
              <a:off x="4000500" y="5086350"/>
              <a:ext cx="69900" cy="573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4" name="Google Shape;1304;p17"/>
            <p:cNvSpPr/>
            <p:nvPr/>
          </p:nvSpPr>
          <p:spPr>
            <a:xfrm>
              <a:off x="4064000" y="5086350"/>
              <a:ext cx="69900" cy="57300"/>
            </a:xfrm>
            <a:prstGeom prst="rect">
              <a:avLst/>
            </a:prstGeom>
            <a:solidFill>
              <a:srgbClr val="976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5" name="Google Shape;1305;p17"/>
            <p:cNvSpPr/>
            <p:nvPr/>
          </p:nvSpPr>
          <p:spPr>
            <a:xfrm>
              <a:off x="4127500" y="5086350"/>
              <a:ext cx="69900" cy="573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6" name="Google Shape;1306;p17"/>
            <p:cNvSpPr/>
            <p:nvPr/>
          </p:nvSpPr>
          <p:spPr>
            <a:xfrm>
              <a:off x="4191000" y="5086350"/>
              <a:ext cx="69900" cy="57300"/>
            </a:xfrm>
            <a:prstGeom prst="rect">
              <a:avLst/>
            </a:prstGeom>
            <a:solidFill>
              <a:srgbClr val="99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7" name="Google Shape;1307;p17"/>
            <p:cNvSpPr/>
            <p:nvPr/>
          </p:nvSpPr>
          <p:spPr>
            <a:xfrm>
              <a:off x="4254500" y="5086350"/>
              <a:ext cx="69900" cy="57300"/>
            </a:xfrm>
            <a:prstGeom prst="rect">
              <a:avLst/>
            </a:prstGeom>
            <a:solidFill>
              <a:srgbClr val="9B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8" name="Google Shape;1308;p17"/>
            <p:cNvSpPr/>
            <p:nvPr/>
          </p:nvSpPr>
          <p:spPr>
            <a:xfrm>
              <a:off x="4318000" y="5086350"/>
              <a:ext cx="69900" cy="573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9" name="Google Shape;1309;p17"/>
            <p:cNvSpPr/>
            <p:nvPr/>
          </p:nvSpPr>
          <p:spPr>
            <a:xfrm>
              <a:off x="4381500" y="5086350"/>
              <a:ext cx="69900" cy="57300"/>
            </a:xfrm>
            <a:prstGeom prst="rect">
              <a:avLst/>
            </a:prstGeom>
            <a:solidFill>
              <a:srgbClr val="9D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0" name="Google Shape;1310;p17"/>
            <p:cNvSpPr/>
            <p:nvPr/>
          </p:nvSpPr>
          <p:spPr>
            <a:xfrm>
              <a:off x="4445000" y="5086350"/>
              <a:ext cx="69900" cy="573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1" name="Google Shape;1311;p17"/>
            <p:cNvSpPr/>
            <p:nvPr/>
          </p:nvSpPr>
          <p:spPr>
            <a:xfrm>
              <a:off x="4508500" y="5086350"/>
              <a:ext cx="69900" cy="57300"/>
            </a:xfrm>
            <a:prstGeom prst="rect">
              <a:avLst/>
            </a:prstGeom>
            <a:solidFill>
              <a:srgbClr val="A0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2" name="Google Shape;1312;p17"/>
            <p:cNvSpPr/>
            <p:nvPr/>
          </p:nvSpPr>
          <p:spPr>
            <a:xfrm>
              <a:off x="4572000" y="5086350"/>
              <a:ext cx="69900" cy="57300"/>
            </a:xfrm>
            <a:prstGeom prst="rect">
              <a:avLst/>
            </a:prstGeom>
            <a:solidFill>
              <a:srgbClr val="A1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3" name="Google Shape;1313;p17"/>
            <p:cNvSpPr/>
            <p:nvPr/>
          </p:nvSpPr>
          <p:spPr>
            <a:xfrm>
              <a:off x="4635500" y="5086350"/>
              <a:ext cx="69900" cy="573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4" name="Google Shape;1314;p17"/>
            <p:cNvSpPr/>
            <p:nvPr/>
          </p:nvSpPr>
          <p:spPr>
            <a:xfrm>
              <a:off x="4699000" y="5086350"/>
              <a:ext cx="69900" cy="57300"/>
            </a:xfrm>
            <a:prstGeom prst="rect">
              <a:avLst/>
            </a:prstGeom>
            <a:solidFill>
              <a:srgbClr val="A4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5" name="Google Shape;1315;p17"/>
            <p:cNvSpPr/>
            <p:nvPr/>
          </p:nvSpPr>
          <p:spPr>
            <a:xfrm>
              <a:off x="4762500" y="5086350"/>
              <a:ext cx="69900" cy="573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6" name="Google Shape;1316;p17"/>
            <p:cNvSpPr/>
            <p:nvPr/>
          </p:nvSpPr>
          <p:spPr>
            <a:xfrm>
              <a:off x="4826000" y="5086350"/>
              <a:ext cx="69900" cy="57300"/>
            </a:xfrm>
            <a:prstGeom prst="rect">
              <a:avLst/>
            </a:prstGeom>
            <a:solidFill>
              <a:srgbClr val="A6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7" name="Google Shape;1317;p17"/>
            <p:cNvSpPr/>
            <p:nvPr/>
          </p:nvSpPr>
          <p:spPr>
            <a:xfrm>
              <a:off x="4889500" y="5086350"/>
              <a:ext cx="69900" cy="57300"/>
            </a:xfrm>
            <a:prstGeom prst="rect">
              <a:avLst/>
            </a:prstGeom>
            <a:solidFill>
              <a:srgbClr val="A8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8" name="Google Shape;1318;p17"/>
            <p:cNvSpPr/>
            <p:nvPr/>
          </p:nvSpPr>
          <p:spPr>
            <a:xfrm>
              <a:off x="4953000" y="5086350"/>
              <a:ext cx="69900" cy="573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9" name="Google Shape;1319;p17"/>
            <p:cNvSpPr/>
            <p:nvPr/>
          </p:nvSpPr>
          <p:spPr>
            <a:xfrm>
              <a:off x="5016500" y="5086350"/>
              <a:ext cx="69900" cy="57300"/>
            </a:xfrm>
            <a:prstGeom prst="rect">
              <a:avLst/>
            </a:prstGeom>
            <a:solidFill>
              <a:srgbClr val="AA6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0" name="Google Shape;1320;p17"/>
            <p:cNvSpPr/>
            <p:nvPr/>
          </p:nvSpPr>
          <p:spPr>
            <a:xfrm>
              <a:off x="5080000" y="5086350"/>
              <a:ext cx="69900" cy="573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1" name="Google Shape;1321;p17"/>
            <p:cNvSpPr/>
            <p:nvPr/>
          </p:nvSpPr>
          <p:spPr>
            <a:xfrm>
              <a:off x="5143500" y="5086350"/>
              <a:ext cx="69900" cy="57300"/>
            </a:xfrm>
            <a:prstGeom prst="rect">
              <a:avLst/>
            </a:prstGeom>
            <a:solidFill>
              <a:srgbClr val="AD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2" name="Google Shape;1322;p17"/>
            <p:cNvSpPr/>
            <p:nvPr/>
          </p:nvSpPr>
          <p:spPr>
            <a:xfrm>
              <a:off x="5207000" y="5086350"/>
              <a:ext cx="69900" cy="57300"/>
            </a:xfrm>
            <a:prstGeom prst="rect">
              <a:avLst/>
            </a:prstGeom>
            <a:solidFill>
              <a:srgbClr val="AE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3" name="Google Shape;1323;p17"/>
            <p:cNvSpPr/>
            <p:nvPr/>
          </p:nvSpPr>
          <p:spPr>
            <a:xfrm>
              <a:off x="5270500" y="5086350"/>
              <a:ext cx="69900" cy="57300"/>
            </a:xfrm>
            <a:prstGeom prst="rect">
              <a:avLst/>
            </a:prstGeom>
            <a:solidFill>
              <a:srgbClr val="B0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4" name="Google Shape;1324;p17"/>
            <p:cNvSpPr/>
            <p:nvPr/>
          </p:nvSpPr>
          <p:spPr>
            <a:xfrm>
              <a:off x="5334000" y="5086350"/>
              <a:ext cx="69900" cy="57300"/>
            </a:xfrm>
            <a:prstGeom prst="rect">
              <a:avLst/>
            </a:prstGeom>
            <a:solidFill>
              <a:srgbClr val="B1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5" name="Google Shape;1325;p17"/>
            <p:cNvSpPr/>
            <p:nvPr/>
          </p:nvSpPr>
          <p:spPr>
            <a:xfrm>
              <a:off x="5397500" y="5086350"/>
              <a:ext cx="69900" cy="573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6" name="Google Shape;1326;p17"/>
            <p:cNvSpPr/>
            <p:nvPr/>
          </p:nvSpPr>
          <p:spPr>
            <a:xfrm>
              <a:off x="5461000" y="5086350"/>
              <a:ext cx="69900" cy="57300"/>
            </a:xfrm>
            <a:prstGeom prst="rect">
              <a:avLst/>
            </a:prstGeom>
            <a:solidFill>
              <a:srgbClr val="B4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7" name="Google Shape;1327;p17"/>
            <p:cNvSpPr/>
            <p:nvPr/>
          </p:nvSpPr>
          <p:spPr>
            <a:xfrm>
              <a:off x="5524500" y="5086350"/>
              <a:ext cx="69900" cy="573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8" name="Google Shape;1328;p17"/>
            <p:cNvSpPr/>
            <p:nvPr/>
          </p:nvSpPr>
          <p:spPr>
            <a:xfrm>
              <a:off x="5588000" y="5086350"/>
              <a:ext cx="69900" cy="57300"/>
            </a:xfrm>
            <a:prstGeom prst="rect">
              <a:avLst/>
            </a:prstGeom>
            <a:solidFill>
              <a:srgbClr val="B6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9" name="Google Shape;1329;p17"/>
            <p:cNvSpPr/>
            <p:nvPr/>
          </p:nvSpPr>
          <p:spPr>
            <a:xfrm>
              <a:off x="5651500" y="5086350"/>
              <a:ext cx="69900" cy="57300"/>
            </a:xfrm>
            <a:prstGeom prst="rect">
              <a:avLst/>
            </a:prstGeom>
            <a:solidFill>
              <a:srgbClr val="B8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0" name="Google Shape;1330;p17"/>
            <p:cNvSpPr/>
            <p:nvPr/>
          </p:nvSpPr>
          <p:spPr>
            <a:xfrm>
              <a:off x="5715000" y="5086350"/>
              <a:ext cx="69900" cy="573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1" name="Google Shape;1331;p17"/>
            <p:cNvSpPr/>
            <p:nvPr/>
          </p:nvSpPr>
          <p:spPr>
            <a:xfrm>
              <a:off x="5778500" y="5086350"/>
              <a:ext cx="69900" cy="57300"/>
            </a:xfrm>
            <a:prstGeom prst="rect">
              <a:avLst/>
            </a:prstGeom>
            <a:solidFill>
              <a:srgbClr val="BA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2" name="Google Shape;1332;p17"/>
            <p:cNvSpPr/>
            <p:nvPr/>
          </p:nvSpPr>
          <p:spPr>
            <a:xfrm>
              <a:off x="5842000" y="5086350"/>
              <a:ext cx="69900" cy="573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3" name="Google Shape;1333;p17"/>
            <p:cNvSpPr/>
            <p:nvPr/>
          </p:nvSpPr>
          <p:spPr>
            <a:xfrm>
              <a:off x="5905500" y="5086350"/>
              <a:ext cx="69900" cy="57300"/>
            </a:xfrm>
            <a:prstGeom prst="rect">
              <a:avLst/>
            </a:prstGeom>
            <a:solidFill>
              <a:srgbClr val="BD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4" name="Google Shape;1334;p17"/>
            <p:cNvSpPr/>
            <p:nvPr/>
          </p:nvSpPr>
          <p:spPr>
            <a:xfrm>
              <a:off x="5969000" y="5086350"/>
              <a:ext cx="69900" cy="57300"/>
            </a:xfrm>
            <a:prstGeom prst="rect">
              <a:avLst/>
            </a:prstGeom>
            <a:solidFill>
              <a:srgbClr val="BE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5" name="Google Shape;1335;p17"/>
            <p:cNvSpPr/>
            <p:nvPr/>
          </p:nvSpPr>
          <p:spPr>
            <a:xfrm>
              <a:off x="6032500" y="5086350"/>
              <a:ext cx="69900" cy="57300"/>
            </a:xfrm>
            <a:prstGeom prst="rect">
              <a:avLst/>
            </a:prstGeom>
            <a:solidFill>
              <a:srgbClr val="C0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6" name="Google Shape;1336;p17"/>
            <p:cNvSpPr/>
            <p:nvPr/>
          </p:nvSpPr>
          <p:spPr>
            <a:xfrm>
              <a:off x="6096000" y="5086350"/>
              <a:ext cx="69900" cy="57300"/>
            </a:xfrm>
            <a:prstGeom prst="rect">
              <a:avLst/>
            </a:prstGeom>
            <a:solidFill>
              <a:srgbClr val="C1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7" name="Google Shape;1337;p17"/>
            <p:cNvSpPr/>
            <p:nvPr/>
          </p:nvSpPr>
          <p:spPr>
            <a:xfrm>
              <a:off x="6159500" y="5086350"/>
              <a:ext cx="69900" cy="573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8" name="Google Shape;1338;p17"/>
            <p:cNvSpPr/>
            <p:nvPr/>
          </p:nvSpPr>
          <p:spPr>
            <a:xfrm>
              <a:off x="6223000" y="5086350"/>
              <a:ext cx="69900" cy="57300"/>
            </a:xfrm>
            <a:prstGeom prst="rect">
              <a:avLst/>
            </a:prstGeom>
            <a:solidFill>
              <a:srgbClr val="C4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9" name="Google Shape;1339;p17"/>
            <p:cNvSpPr/>
            <p:nvPr/>
          </p:nvSpPr>
          <p:spPr>
            <a:xfrm>
              <a:off x="6286500" y="5086350"/>
              <a:ext cx="69900" cy="573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0" name="Google Shape;1340;p17"/>
            <p:cNvSpPr/>
            <p:nvPr/>
          </p:nvSpPr>
          <p:spPr>
            <a:xfrm>
              <a:off x="6350000" y="5086350"/>
              <a:ext cx="69900" cy="57300"/>
            </a:xfrm>
            <a:prstGeom prst="rect">
              <a:avLst/>
            </a:prstGeom>
            <a:solidFill>
              <a:srgbClr val="C6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1" name="Google Shape;1341;p17"/>
            <p:cNvSpPr/>
            <p:nvPr/>
          </p:nvSpPr>
          <p:spPr>
            <a:xfrm>
              <a:off x="6413500" y="5086350"/>
              <a:ext cx="69900" cy="57300"/>
            </a:xfrm>
            <a:prstGeom prst="rect">
              <a:avLst/>
            </a:prstGeom>
            <a:solidFill>
              <a:srgbClr val="C7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2" name="Google Shape;1342;p17"/>
            <p:cNvSpPr/>
            <p:nvPr/>
          </p:nvSpPr>
          <p:spPr>
            <a:xfrm>
              <a:off x="6477000" y="5086350"/>
              <a:ext cx="69900" cy="573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3" name="Google Shape;1343;p17"/>
            <p:cNvSpPr/>
            <p:nvPr/>
          </p:nvSpPr>
          <p:spPr>
            <a:xfrm>
              <a:off x="6540500" y="5086350"/>
              <a:ext cx="69900" cy="57300"/>
            </a:xfrm>
            <a:prstGeom prst="rect">
              <a:avLst/>
            </a:prstGeom>
            <a:solidFill>
              <a:srgbClr val="CA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4" name="Google Shape;1344;p17"/>
            <p:cNvSpPr/>
            <p:nvPr/>
          </p:nvSpPr>
          <p:spPr>
            <a:xfrm>
              <a:off x="6604000" y="5086350"/>
              <a:ext cx="69900" cy="57300"/>
            </a:xfrm>
            <a:prstGeom prst="rect">
              <a:avLst/>
            </a:prstGeom>
            <a:solidFill>
              <a:srgbClr val="CB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5" name="Google Shape;1345;p17"/>
            <p:cNvSpPr/>
            <p:nvPr/>
          </p:nvSpPr>
          <p:spPr>
            <a:xfrm>
              <a:off x="6667500" y="5086350"/>
              <a:ext cx="69900" cy="57300"/>
            </a:xfrm>
            <a:prstGeom prst="rect">
              <a:avLst/>
            </a:prstGeom>
            <a:solidFill>
              <a:srgbClr val="CD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6" name="Google Shape;1346;p17"/>
            <p:cNvSpPr/>
            <p:nvPr/>
          </p:nvSpPr>
          <p:spPr>
            <a:xfrm>
              <a:off x="6731000" y="5086350"/>
              <a:ext cx="69900" cy="57300"/>
            </a:xfrm>
            <a:prstGeom prst="rect">
              <a:avLst/>
            </a:prstGeom>
            <a:solidFill>
              <a:srgbClr val="CE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7" name="Google Shape;1347;p17"/>
            <p:cNvSpPr/>
            <p:nvPr/>
          </p:nvSpPr>
          <p:spPr>
            <a:xfrm>
              <a:off x="6794500" y="5086350"/>
              <a:ext cx="69900" cy="573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8" name="Google Shape;1348;p17"/>
            <p:cNvSpPr/>
            <p:nvPr/>
          </p:nvSpPr>
          <p:spPr>
            <a:xfrm>
              <a:off x="6858000" y="5086350"/>
              <a:ext cx="69900" cy="57300"/>
            </a:xfrm>
            <a:prstGeom prst="rect">
              <a:avLst/>
            </a:prstGeom>
            <a:solidFill>
              <a:srgbClr val="D1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9" name="Google Shape;1349;p17"/>
            <p:cNvSpPr/>
            <p:nvPr/>
          </p:nvSpPr>
          <p:spPr>
            <a:xfrm>
              <a:off x="6921500" y="5086350"/>
              <a:ext cx="69900" cy="573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0" name="Google Shape;1350;p17"/>
            <p:cNvSpPr/>
            <p:nvPr/>
          </p:nvSpPr>
          <p:spPr>
            <a:xfrm>
              <a:off x="6985000" y="5086350"/>
              <a:ext cx="69900" cy="57300"/>
            </a:xfrm>
            <a:prstGeom prst="rect">
              <a:avLst/>
            </a:prstGeom>
            <a:solidFill>
              <a:srgbClr val="D3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1" name="Google Shape;1351;p17"/>
            <p:cNvSpPr/>
            <p:nvPr/>
          </p:nvSpPr>
          <p:spPr>
            <a:xfrm>
              <a:off x="7048500" y="5086350"/>
              <a:ext cx="69900" cy="573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2" name="Google Shape;1352;p17"/>
            <p:cNvSpPr/>
            <p:nvPr/>
          </p:nvSpPr>
          <p:spPr>
            <a:xfrm>
              <a:off x="7112000" y="5086350"/>
              <a:ext cx="69900" cy="57300"/>
            </a:xfrm>
            <a:prstGeom prst="rect">
              <a:avLst/>
            </a:prstGeom>
            <a:solidFill>
              <a:srgbClr val="D6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3" name="Google Shape;1353;p17"/>
            <p:cNvSpPr/>
            <p:nvPr/>
          </p:nvSpPr>
          <p:spPr>
            <a:xfrm>
              <a:off x="7175500" y="5086350"/>
              <a:ext cx="69900" cy="57300"/>
            </a:xfrm>
            <a:prstGeom prst="rect">
              <a:avLst/>
            </a:prstGeom>
            <a:solidFill>
              <a:srgbClr val="D75D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4" name="Google Shape;1354;p17"/>
            <p:cNvSpPr/>
            <p:nvPr/>
          </p:nvSpPr>
          <p:spPr>
            <a:xfrm>
              <a:off x="7239000" y="5086350"/>
              <a:ext cx="69900" cy="573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5" name="Google Shape;1355;p17"/>
            <p:cNvSpPr/>
            <p:nvPr/>
          </p:nvSpPr>
          <p:spPr>
            <a:xfrm>
              <a:off x="7302500" y="5086350"/>
              <a:ext cx="69900" cy="57300"/>
            </a:xfrm>
            <a:prstGeom prst="rect">
              <a:avLst/>
            </a:prstGeom>
            <a:solidFill>
              <a:srgbClr val="DA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6" name="Google Shape;1356;p17"/>
            <p:cNvSpPr/>
            <p:nvPr/>
          </p:nvSpPr>
          <p:spPr>
            <a:xfrm>
              <a:off x="7366000" y="5086350"/>
              <a:ext cx="69900" cy="57300"/>
            </a:xfrm>
            <a:prstGeom prst="rect">
              <a:avLst/>
            </a:prstGeom>
            <a:solidFill>
              <a:srgbClr val="DB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7" name="Google Shape;1357;p17"/>
            <p:cNvSpPr/>
            <p:nvPr/>
          </p:nvSpPr>
          <p:spPr>
            <a:xfrm>
              <a:off x="7429500" y="5086350"/>
              <a:ext cx="69900" cy="57300"/>
            </a:xfrm>
            <a:prstGeom prst="rect">
              <a:avLst/>
            </a:prstGeom>
            <a:solidFill>
              <a:srgbClr val="DD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8" name="Google Shape;1358;p17"/>
            <p:cNvSpPr/>
            <p:nvPr/>
          </p:nvSpPr>
          <p:spPr>
            <a:xfrm>
              <a:off x="7493000" y="5086350"/>
              <a:ext cx="69900" cy="57300"/>
            </a:xfrm>
            <a:prstGeom prst="rect">
              <a:avLst/>
            </a:prstGeom>
            <a:solidFill>
              <a:srgbClr val="DE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9" name="Google Shape;1359;p17"/>
            <p:cNvSpPr/>
            <p:nvPr/>
          </p:nvSpPr>
          <p:spPr>
            <a:xfrm>
              <a:off x="7556500" y="5086350"/>
              <a:ext cx="69900" cy="573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0" name="Google Shape;1360;p17"/>
            <p:cNvSpPr/>
            <p:nvPr/>
          </p:nvSpPr>
          <p:spPr>
            <a:xfrm>
              <a:off x="7620000" y="5086350"/>
              <a:ext cx="69900" cy="57300"/>
            </a:xfrm>
            <a:prstGeom prst="rect">
              <a:avLst/>
            </a:prstGeom>
            <a:solidFill>
              <a:srgbClr val="E1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1" name="Google Shape;1361;p17"/>
            <p:cNvSpPr/>
            <p:nvPr/>
          </p:nvSpPr>
          <p:spPr>
            <a:xfrm>
              <a:off x="7683500" y="5086350"/>
              <a:ext cx="69900" cy="573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2" name="Google Shape;1362;p17"/>
            <p:cNvSpPr/>
            <p:nvPr/>
          </p:nvSpPr>
          <p:spPr>
            <a:xfrm>
              <a:off x="7747000" y="5086350"/>
              <a:ext cx="69900" cy="57300"/>
            </a:xfrm>
            <a:prstGeom prst="rect">
              <a:avLst/>
            </a:prstGeom>
            <a:solidFill>
              <a:srgbClr val="E3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3" name="Google Shape;1363;p17"/>
            <p:cNvSpPr/>
            <p:nvPr/>
          </p:nvSpPr>
          <p:spPr>
            <a:xfrm>
              <a:off x="7810500" y="5086350"/>
              <a:ext cx="69900" cy="573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4" name="Google Shape;1364;p17"/>
            <p:cNvSpPr/>
            <p:nvPr/>
          </p:nvSpPr>
          <p:spPr>
            <a:xfrm>
              <a:off x="7874000" y="5086350"/>
              <a:ext cx="69900" cy="57300"/>
            </a:xfrm>
            <a:prstGeom prst="rect">
              <a:avLst/>
            </a:prstGeom>
            <a:solidFill>
              <a:srgbClr val="E6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5" name="Google Shape;1365;p17"/>
            <p:cNvSpPr/>
            <p:nvPr/>
          </p:nvSpPr>
          <p:spPr>
            <a:xfrm>
              <a:off x="7937500" y="5086350"/>
              <a:ext cx="69900" cy="57300"/>
            </a:xfrm>
            <a:prstGeom prst="rect">
              <a:avLst/>
            </a:prstGeom>
            <a:solidFill>
              <a:srgbClr val="E75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6" name="Google Shape;1366;p17"/>
            <p:cNvSpPr/>
            <p:nvPr/>
          </p:nvSpPr>
          <p:spPr>
            <a:xfrm>
              <a:off x="8001000" y="5086350"/>
              <a:ext cx="69900" cy="573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7" name="Google Shape;1367;p17"/>
            <p:cNvSpPr/>
            <p:nvPr/>
          </p:nvSpPr>
          <p:spPr>
            <a:xfrm>
              <a:off x="8064500" y="5086350"/>
              <a:ext cx="69900" cy="57300"/>
            </a:xfrm>
            <a:prstGeom prst="rect">
              <a:avLst/>
            </a:prstGeom>
            <a:solidFill>
              <a:srgbClr val="EA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8" name="Google Shape;1368;p17"/>
            <p:cNvSpPr/>
            <p:nvPr/>
          </p:nvSpPr>
          <p:spPr>
            <a:xfrm>
              <a:off x="8128000" y="5086350"/>
              <a:ext cx="69900" cy="57300"/>
            </a:xfrm>
            <a:prstGeom prst="rect">
              <a:avLst/>
            </a:prstGeom>
            <a:solidFill>
              <a:srgbClr val="EB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9" name="Google Shape;1369;p17"/>
            <p:cNvSpPr/>
            <p:nvPr/>
          </p:nvSpPr>
          <p:spPr>
            <a:xfrm>
              <a:off x="8191500" y="5086350"/>
              <a:ext cx="69900" cy="573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0" name="Google Shape;1370;p17"/>
            <p:cNvSpPr/>
            <p:nvPr/>
          </p:nvSpPr>
          <p:spPr>
            <a:xfrm>
              <a:off x="8255000" y="5086350"/>
              <a:ext cx="69900" cy="57300"/>
            </a:xfrm>
            <a:prstGeom prst="rect">
              <a:avLst/>
            </a:prstGeom>
            <a:solidFill>
              <a:srgbClr val="EE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1" name="Google Shape;1371;p17"/>
            <p:cNvSpPr/>
            <p:nvPr/>
          </p:nvSpPr>
          <p:spPr>
            <a:xfrm>
              <a:off x="8318500" y="5086350"/>
              <a:ext cx="69900" cy="573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2" name="Google Shape;1372;p17"/>
            <p:cNvSpPr/>
            <p:nvPr/>
          </p:nvSpPr>
          <p:spPr>
            <a:xfrm>
              <a:off x="8382000" y="5086350"/>
              <a:ext cx="69900" cy="57300"/>
            </a:xfrm>
            <a:prstGeom prst="rect">
              <a:avLst/>
            </a:prstGeom>
            <a:solidFill>
              <a:srgbClr val="F0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3" name="Google Shape;1373;p17"/>
            <p:cNvSpPr/>
            <p:nvPr/>
          </p:nvSpPr>
          <p:spPr>
            <a:xfrm>
              <a:off x="8445500" y="5086350"/>
              <a:ext cx="69900" cy="57300"/>
            </a:xfrm>
            <a:prstGeom prst="rect">
              <a:avLst/>
            </a:prstGeom>
            <a:solidFill>
              <a:srgbClr val="F25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4" name="Google Shape;1374;p17"/>
            <p:cNvSpPr/>
            <p:nvPr/>
          </p:nvSpPr>
          <p:spPr>
            <a:xfrm>
              <a:off x="8509000" y="5086350"/>
              <a:ext cx="69900" cy="57300"/>
            </a:xfrm>
            <a:prstGeom prst="rect">
              <a:avLst/>
            </a:prstGeom>
            <a:solidFill>
              <a:srgbClr val="F3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5" name="Google Shape;1375;p17"/>
            <p:cNvSpPr/>
            <p:nvPr/>
          </p:nvSpPr>
          <p:spPr>
            <a:xfrm>
              <a:off x="8572500" y="5086350"/>
              <a:ext cx="69900" cy="57300"/>
            </a:xfrm>
            <a:prstGeom prst="rect">
              <a:avLst/>
            </a:prstGeom>
            <a:solidFill>
              <a:srgbClr val="F4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6" name="Google Shape;1376;p17"/>
            <p:cNvSpPr/>
            <p:nvPr/>
          </p:nvSpPr>
          <p:spPr>
            <a:xfrm>
              <a:off x="8636000" y="5086350"/>
              <a:ext cx="69900" cy="57300"/>
            </a:xfrm>
            <a:prstGeom prst="rect">
              <a:avLst/>
            </a:prstGeom>
            <a:solidFill>
              <a:srgbClr val="F6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7" name="Google Shape;1377;p17"/>
            <p:cNvSpPr/>
            <p:nvPr/>
          </p:nvSpPr>
          <p:spPr>
            <a:xfrm>
              <a:off x="8699500" y="5086350"/>
              <a:ext cx="69900" cy="57300"/>
            </a:xfrm>
            <a:prstGeom prst="rect">
              <a:avLst/>
            </a:prstGeom>
            <a:solidFill>
              <a:srgbClr val="F7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8" name="Google Shape;1378;p17"/>
            <p:cNvSpPr/>
            <p:nvPr/>
          </p:nvSpPr>
          <p:spPr>
            <a:xfrm>
              <a:off x="8763000" y="5086350"/>
              <a:ext cx="69900" cy="57300"/>
            </a:xfrm>
            <a:prstGeom prst="rect">
              <a:avLst/>
            </a:prstGeom>
            <a:solidFill>
              <a:srgbClr val="F8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9" name="Google Shape;1379;p17"/>
            <p:cNvSpPr/>
            <p:nvPr/>
          </p:nvSpPr>
          <p:spPr>
            <a:xfrm>
              <a:off x="8826500" y="5086350"/>
              <a:ext cx="69900" cy="57300"/>
            </a:xfrm>
            <a:prstGeom prst="rect">
              <a:avLst/>
            </a:prstGeom>
            <a:solidFill>
              <a:srgbClr val="FA53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0" name="Google Shape;1380;p17"/>
            <p:cNvSpPr/>
            <p:nvPr/>
          </p:nvSpPr>
          <p:spPr>
            <a:xfrm>
              <a:off x="8890000" y="5086350"/>
              <a:ext cx="69900" cy="57300"/>
            </a:xfrm>
            <a:prstGeom prst="rect">
              <a:avLst/>
            </a:prstGeom>
            <a:solidFill>
              <a:srgbClr val="FB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1" name="Google Shape;1381;p17"/>
            <p:cNvSpPr/>
            <p:nvPr/>
          </p:nvSpPr>
          <p:spPr>
            <a:xfrm>
              <a:off x="8953500" y="5086350"/>
              <a:ext cx="69900" cy="573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2" name="Google Shape;1382;p17"/>
            <p:cNvSpPr/>
            <p:nvPr/>
          </p:nvSpPr>
          <p:spPr>
            <a:xfrm>
              <a:off x="9017000" y="5086350"/>
              <a:ext cx="69900" cy="57300"/>
            </a:xfrm>
            <a:prstGeom prst="rect">
              <a:avLst/>
            </a:prstGeom>
            <a:solidFill>
              <a:srgbClr val="FE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3" name="Google Shape;1383;p17"/>
            <p:cNvSpPr/>
            <p:nvPr/>
          </p:nvSpPr>
          <p:spPr>
            <a:xfrm>
              <a:off x="9080500" y="5086350"/>
              <a:ext cx="69900" cy="573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84" name="Google Shape;1384;p17"/>
          <p:cNvSpPr txBox="1"/>
          <p:nvPr/>
        </p:nvSpPr>
        <p:spPr>
          <a:xfrm>
            <a:off x="8524875" y="4867275"/>
            <a:ext cx="476400" cy="19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1100">
                <a:solidFill>
                  <a:srgbClr val="6D17EE"/>
                </a:solidFill>
                <a:latin typeface="Noto Sans JP"/>
                <a:ea typeface="Noto Sans JP"/>
                <a:cs typeface="Noto Sans JP"/>
                <a:sym typeface="Noto Sans JP"/>
              </a:rPr>
              <a:t>6</a:t>
            </a:r>
            <a:endParaRPr sz="1100">
              <a:solidFill>
                <a:srgbClr val="6D17EE"/>
              </a:solidFill>
              <a:latin typeface="Noto Sans JP"/>
              <a:ea typeface="Noto Sans JP"/>
              <a:cs typeface="Noto Sans JP"/>
              <a:sym typeface="Noto Sans JP"/>
            </a:endParaRPr>
          </a:p>
        </p:txBody>
      </p:sp>
      <p:pic>
        <p:nvPicPr>
          <p:cNvPr id="1385" name="Google Shape;1385;p17" title="logo_Google_for_Education_lockup_horizontal_RGB.png"/>
          <p:cNvPicPr preferRelativeResize="0"/>
          <p:nvPr/>
        </p:nvPicPr>
        <p:blipFill>
          <a:blip r:embed="rId3">
            <a:alphaModFix/>
          </a:blip>
          <a:stretch>
            <a:fillRect/>
          </a:stretch>
        </p:blipFill>
        <p:spPr>
          <a:xfrm>
            <a:off x="5985150" y="323750"/>
            <a:ext cx="2608101" cy="591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9" name="Shape 1389"/>
        <p:cNvGrpSpPr/>
        <p:nvPr/>
      </p:nvGrpSpPr>
      <p:grpSpPr>
        <a:xfrm>
          <a:off x="0" y="0"/>
          <a:ext cx="0" cy="0"/>
          <a:chOff x="0" y="0"/>
          <a:chExt cx="0" cy="0"/>
        </a:xfrm>
      </p:grpSpPr>
      <p:sp>
        <p:nvSpPr>
          <p:cNvPr id="1390" name="Google Shape;1390;p18"/>
          <p:cNvSpPr txBox="1"/>
          <p:nvPr/>
        </p:nvSpPr>
        <p:spPr>
          <a:xfrm>
            <a:off x="238125" y="298500"/>
            <a:ext cx="7905900" cy="30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rgbClr val="333333"/>
                </a:solidFill>
                <a:latin typeface="Noto Sans JP"/>
                <a:ea typeface="Noto Sans JP"/>
                <a:cs typeface="Noto Sans JP"/>
                <a:sym typeface="Noto Sans JP"/>
              </a:rPr>
              <a:t>Google Meetの基本操作</a:t>
            </a:r>
            <a:endParaRPr b="1" sz="2400">
              <a:solidFill>
                <a:srgbClr val="333333"/>
              </a:solidFill>
              <a:latin typeface="Noto Sans JP"/>
              <a:ea typeface="Noto Sans JP"/>
              <a:cs typeface="Noto Sans JP"/>
              <a:sym typeface="Noto Sans JP"/>
            </a:endParaRPr>
          </a:p>
        </p:txBody>
      </p:sp>
      <p:grpSp>
        <p:nvGrpSpPr>
          <p:cNvPr id="1391" name="Google Shape;1391;p18"/>
          <p:cNvGrpSpPr/>
          <p:nvPr/>
        </p:nvGrpSpPr>
        <p:grpSpPr>
          <a:xfrm>
            <a:off x="238125" y="762000"/>
            <a:ext cx="3512395" cy="38100"/>
            <a:chOff x="238125" y="762000"/>
            <a:chExt cx="3512395" cy="38100"/>
          </a:xfrm>
        </p:grpSpPr>
        <p:sp>
          <p:nvSpPr>
            <p:cNvPr id="1392" name="Google Shape;1392;p18"/>
            <p:cNvSpPr/>
            <p:nvPr/>
          </p:nvSpPr>
          <p:spPr>
            <a:xfrm>
              <a:off x="238125" y="762000"/>
              <a:ext cx="38100" cy="38100"/>
            </a:xfrm>
            <a:prstGeom prst="ellipse">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3" name="Google Shape;1393;p18"/>
            <p:cNvSpPr/>
            <p:nvPr/>
          </p:nvSpPr>
          <p:spPr>
            <a:xfrm>
              <a:off x="3712420" y="762000"/>
              <a:ext cx="38100" cy="38100"/>
            </a:xfrm>
            <a:prstGeom prst="ellipse">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94" name="Google Shape;1394;p18"/>
            <p:cNvGrpSpPr/>
            <p:nvPr/>
          </p:nvGrpSpPr>
          <p:grpSpPr>
            <a:xfrm>
              <a:off x="257175" y="762000"/>
              <a:ext cx="3474451" cy="38100"/>
              <a:chOff x="25400000" y="0"/>
              <a:chExt cx="3816400" cy="38100"/>
            </a:xfrm>
          </p:grpSpPr>
          <p:sp>
            <p:nvSpPr>
              <p:cNvPr id="1395" name="Google Shape;1395;p18"/>
              <p:cNvSpPr/>
              <p:nvPr/>
            </p:nvSpPr>
            <p:spPr>
              <a:xfrm>
                <a:off x="25400000" y="0"/>
                <a:ext cx="699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6" name="Google Shape;1396;p18"/>
              <p:cNvSpPr/>
              <p:nvPr/>
            </p:nvSpPr>
            <p:spPr>
              <a:xfrm>
                <a:off x="25463500" y="0"/>
                <a:ext cx="69900" cy="381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7" name="Google Shape;1397;p18"/>
              <p:cNvSpPr/>
              <p:nvPr/>
            </p:nvSpPr>
            <p:spPr>
              <a:xfrm>
                <a:off x="25527000" y="0"/>
                <a:ext cx="69900" cy="38100"/>
              </a:xfrm>
              <a:prstGeom prst="rect">
                <a:avLst/>
              </a:prstGeom>
              <a:solidFill>
                <a:srgbClr val="48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8" name="Google Shape;1398;p18"/>
              <p:cNvSpPr/>
              <p:nvPr/>
            </p:nvSpPr>
            <p:spPr>
              <a:xfrm>
                <a:off x="25590500" y="0"/>
                <a:ext cx="69900" cy="38100"/>
              </a:xfrm>
              <a:prstGeom prst="rect">
                <a:avLst/>
              </a:prstGeom>
              <a:solidFill>
                <a:srgbClr val="4C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9" name="Google Shape;1399;p18"/>
              <p:cNvSpPr/>
              <p:nvPr/>
            </p:nvSpPr>
            <p:spPr>
              <a:xfrm>
                <a:off x="25654000" y="0"/>
                <a:ext cx="69900" cy="38100"/>
              </a:xfrm>
              <a:prstGeom prst="rect">
                <a:avLst/>
              </a:prstGeom>
              <a:solidFill>
                <a:srgbClr val="4F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0" name="Google Shape;1400;p18"/>
              <p:cNvSpPr/>
              <p:nvPr/>
            </p:nvSpPr>
            <p:spPr>
              <a:xfrm>
                <a:off x="25717500" y="0"/>
                <a:ext cx="69900" cy="381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1" name="Google Shape;1401;p18"/>
              <p:cNvSpPr/>
              <p:nvPr/>
            </p:nvSpPr>
            <p:spPr>
              <a:xfrm>
                <a:off x="25781000" y="0"/>
                <a:ext cx="69900" cy="381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2" name="Google Shape;1402;p18"/>
              <p:cNvSpPr/>
              <p:nvPr/>
            </p:nvSpPr>
            <p:spPr>
              <a:xfrm>
                <a:off x="25844500" y="0"/>
                <a:ext cx="69900" cy="381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3" name="Google Shape;1403;p18"/>
              <p:cNvSpPr/>
              <p:nvPr/>
            </p:nvSpPr>
            <p:spPr>
              <a:xfrm>
                <a:off x="25908000" y="0"/>
                <a:ext cx="69900" cy="381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4" name="Google Shape;1404;p18"/>
              <p:cNvSpPr/>
              <p:nvPr/>
            </p:nvSpPr>
            <p:spPr>
              <a:xfrm>
                <a:off x="25971500" y="0"/>
                <a:ext cx="69900" cy="381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5" name="Google Shape;1405;p18"/>
              <p:cNvSpPr/>
              <p:nvPr/>
            </p:nvSpPr>
            <p:spPr>
              <a:xfrm>
                <a:off x="26035000" y="0"/>
                <a:ext cx="69900" cy="381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6" name="Google Shape;1406;p18"/>
              <p:cNvSpPr/>
              <p:nvPr/>
            </p:nvSpPr>
            <p:spPr>
              <a:xfrm>
                <a:off x="26098500" y="0"/>
                <a:ext cx="69900" cy="38100"/>
              </a:xfrm>
              <a:prstGeom prst="rect">
                <a:avLst/>
              </a:prstGeom>
              <a:solidFill>
                <a:srgbClr val="65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7" name="Google Shape;1407;p18"/>
              <p:cNvSpPr/>
              <p:nvPr/>
            </p:nvSpPr>
            <p:spPr>
              <a:xfrm>
                <a:off x="26162000" y="0"/>
                <a:ext cx="69900" cy="381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8" name="Google Shape;1408;p18"/>
              <p:cNvSpPr/>
              <p:nvPr/>
            </p:nvSpPr>
            <p:spPr>
              <a:xfrm>
                <a:off x="26225500" y="0"/>
                <a:ext cx="69900" cy="381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9" name="Google Shape;1409;p18"/>
              <p:cNvSpPr/>
              <p:nvPr/>
            </p:nvSpPr>
            <p:spPr>
              <a:xfrm>
                <a:off x="26289000" y="0"/>
                <a:ext cx="69900" cy="381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0" name="Google Shape;1410;p18"/>
              <p:cNvSpPr/>
              <p:nvPr/>
            </p:nvSpPr>
            <p:spPr>
              <a:xfrm>
                <a:off x="26352500" y="0"/>
                <a:ext cx="69900" cy="381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1" name="Google Shape;1411;p18"/>
              <p:cNvSpPr/>
              <p:nvPr/>
            </p:nvSpPr>
            <p:spPr>
              <a:xfrm>
                <a:off x="26416000" y="0"/>
                <a:ext cx="69900" cy="38100"/>
              </a:xfrm>
              <a:prstGeom prst="rect">
                <a:avLst/>
              </a:prstGeom>
              <a:solidFill>
                <a:srgbClr val="75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2" name="Google Shape;1412;p18"/>
              <p:cNvSpPr/>
              <p:nvPr/>
            </p:nvSpPr>
            <p:spPr>
              <a:xfrm>
                <a:off x="26479500" y="0"/>
                <a:ext cx="69900" cy="381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3" name="Google Shape;1413;p18"/>
              <p:cNvSpPr/>
              <p:nvPr/>
            </p:nvSpPr>
            <p:spPr>
              <a:xfrm>
                <a:off x="26543000" y="0"/>
                <a:ext cx="69900" cy="381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4" name="Google Shape;1414;p18"/>
              <p:cNvSpPr/>
              <p:nvPr/>
            </p:nvSpPr>
            <p:spPr>
              <a:xfrm>
                <a:off x="26606500" y="0"/>
                <a:ext cx="69900" cy="381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5" name="Google Shape;1415;p18"/>
              <p:cNvSpPr/>
              <p:nvPr/>
            </p:nvSpPr>
            <p:spPr>
              <a:xfrm>
                <a:off x="26670000" y="0"/>
                <a:ext cx="69900" cy="38100"/>
              </a:xfrm>
              <a:prstGeom prst="rect">
                <a:avLst/>
              </a:prstGeom>
              <a:solidFill>
                <a:srgbClr val="82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6" name="Google Shape;1416;p18"/>
              <p:cNvSpPr/>
              <p:nvPr/>
            </p:nvSpPr>
            <p:spPr>
              <a:xfrm>
                <a:off x="26733500" y="0"/>
                <a:ext cx="69900" cy="381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7" name="Google Shape;1417;p18"/>
              <p:cNvSpPr/>
              <p:nvPr/>
            </p:nvSpPr>
            <p:spPr>
              <a:xfrm>
                <a:off x="26797000" y="0"/>
                <a:ext cx="69900" cy="381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8" name="Google Shape;1418;p18"/>
              <p:cNvSpPr/>
              <p:nvPr/>
            </p:nvSpPr>
            <p:spPr>
              <a:xfrm>
                <a:off x="26860500" y="0"/>
                <a:ext cx="69900" cy="381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9" name="Google Shape;1419;p18"/>
              <p:cNvSpPr/>
              <p:nvPr/>
            </p:nvSpPr>
            <p:spPr>
              <a:xfrm>
                <a:off x="26924000" y="0"/>
                <a:ext cx="69900" cy="381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0" name="Google Shape;1420;p18"/>
              <p:cNvSpPr/>
              <p:nvPr/>
            </p:nvSpPr>
            <p:spPr>
              <a:xfrm>
                <a:off x="26987500" y="0"/>
                <a:ext cx="69900" cy="38100"/>
              </a:xfrm>
              <a:prstGeom prst="rect">
                <a:avLst/>
              </a:prstGeom>
              <a:solidFill>
                <a:srgbClr val="92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1" name="Google Shape;1421;p18"/>
              <p:cNvSpPr/>
              <p:nvPr/>
            </p:nvSpPr>
            <p:spPr>
              <a:xfrm>
                <a:off x="27051000" y="0"/>
                <a:ext cx="69900" cy="381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2" name="Google Shape;1422;p18"/>
              <p:cNvSpPr/>
              <p:nvPr/>
            </p:nvSpPr>
            <p:spPr>
              <a:xfrm>
                <a:off x="27114500" y="0"/>
                <a:ext cx="69900" cy="381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3" name="Google Shape;1423;p18"/>
              <p:cNvSpPr/>
              <p:nvPr/>
            </p:nvSpPr>
            <p:spPr>
              <a:xfrm>
                <a:off x="27178000" y="0"/>
                <a:ext cx="69900" cy="381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4" name="Google Shape;1424;p18"/>
              <p:cNvSpPr/>
              <p:nvPr/>
            </p:nvSpPr>
            <p:spPr>
              <a:xfrm>
                <a:off x="27241500" y="0"/>
                <a:ext cx="69900" cy="381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5" name="Google Shape;1425;p18"/>
              <p:cNvSpPr/>
              <p:nvPr/>
            </p:nvSpPr>
            <p:spPr>
              <a:xfrm>
                <a:off x="27305000" y="0"/>
                <a:ext cx="69900" cy="381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6" name="Google Shape;1426;p18"/>
              <p:cNvSpPr/>
              <p:nvPr/>
            </p:nvSpPr>
            <p:spPr>
              <a:xfrm>
                <a:off x="27368500" y="0"/>
                <a:ext cx="69900" cy="381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7" name="Google Shape;1427;p18"/>
              <p:cNvSpPr/>
              <p:nvPr/>
            </p:nvSpPr>
            <p:spPr>
              <a:xfrm>
                <a:off x="27432000" y="0"/>
                <a:ext cx="69900" cy="381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8" name="Google Shape;1428;p18"/>
              <p:cNvSpPr/>
              <p:nvPr/>
            </p:nvSpPr>
            <p:spPr>
              <a:xfrm>
                <a:off x="27495500" y="0"/>
                <a:ext cx="69900" cy="381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9" name="Google Shape;1429;p18"/>
              <p:cNvSpPr/>
              <p:nvPr/>
            </p:nvSpPr>
            <p:spPr>
              <a:xfrm>
                <a:off x="27559000" y="0"/>
                <a:ext cx="69900" cy="38100"/>
              </a:xfrm>
              <a:prstGeom prst="rect">
                <a:avLst/>
              </a:prstGeom>
              <a:solidFill>
                <a:srgbClr val="AF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0" name="Google Shape;1430;p18"/>
              <p:cNvSpPr/>
              <p:nvPr/>
            </p:nvSpPr>
            <p:spPr>
              <a:xfrm>
                <a:off x="27622500" y="0"/>
                <a:ext cx="69900" cy="381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1" name="Google Shape;1431;p18"/>
              <p:cNvSpPr/>
              <p:nvPr/>
            </p:nvSpPr>
            <p:spPr>
              <a:xfrm>
                <a:off x="27686000" y="0"/>
                <a:ext cx="69900" cy="381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2" name="Google Shape;1432;p18"/>
              <p:cNvSpPr/>
              <p:nvPr/>
            </p:nvSpPr>
            <p:spPr>
              <a:xfrm>
                <a:off x="27749500" y="0"/>
                <a:ext cx="69900" cy="381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3" name="Google Shape;1433;p18"/>
              <p:cNvSpPr/>
              <p:nvPr/>
            </p:nvSpPr>
            <p:spPr>
              <a:xfrm>
                <a:off x="27813000" y="0"/>
                <a:ext cx="69900" cy="381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4" name="Google Shape;1434;p18"/>
              <p:cNvSpPr/>
              <p:nvPr/>
            </p:nvSpPr>
            <p:spPr>
              <a:xfrm>
                <a:off x="27876500" y="0"/>
                <a:ext cx="69900" cy="38100"/>
              </a:xfrm>
              <a:prstGeom prst="rect">
                <a:avLst/>
              </a:prstGeom>
              <a:solidFill>
                <a:srgbClr val="BF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5" name="Google Shape;1435;p18"/>
              <p:cNvSpPr/>
              <p:nvPr/>
            </p:nvSpPr>
            <p:spPr>
              <a:xfrm>
                <a:off x="27940000" y="0"/>
                <a:ext cx="69900" cy="381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6" name="Google Shape;1436;p18"/>
              <p:cNvSpPr/>
              <p:nvPr/>
            </p:nvSpPr>
            <p:spPr>
              <a:xfrm>
                <a:off x="28003500" y="0"/>
                <a:ext cx="69900" cy="381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7" name="Google Shape;1437;p18"/>
              <p:cNvSpPr/>
              <p:nvPr/>
            </p:nvSpPr>
            <p:spPr>
              <a:xfrm>
                <a:off x="28067000" y="0"/>
                <a:ext cx="69900" cy="381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8" name="Google Shape;1438;p18"/>
              <p:cNvSpPr/>
              <p:nvPr/>
            </p:nvSpPr>
            <p:spPr>
              <a:xfrm>
                <a:off x="28130500" y="0"/>
                <a:ext cx="69900" cy="38100"/>
              </a:xfrm>
              <a:prstGeom prst="rect">
                <a:avLst/>
              </a:prstGeom>
              <a:solidFill>
                <a:srgbClr val="CC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9" name="Google Shape;1439;p18"/>
              <p:cNvSpPr/>
              <p:nvPr/>
            </p:nvSpPr>
            <p:spPr>
              <a:xfrm>
                <a:off x="28194000" y="0"/>
                <a:ext cx="69900" cy="381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0" name="Google Shape;1440;p18"/>
              <p:cNvSpPr/>
              <p:nvPr/>
            </p:nvSpPr>
            <p:spPr>
              <a:xfrm>
                <a:off x="28257500" y="0"/>
                <a:ext cx="69900" cy="381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1" name="Google Shape;1441;p18"/>
              <p:cNvSpPr/>
              <p:nvPr/>
            </p:nvSpPr>
            <p:spPr>
              <a:xfrm>
                <a:off x="28321000" y="0"/>
                <a:ext cx="69900" cy="381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2" name="Google Shape;1442;p18"/>
              <p:cNvSpPr/>
              <p:nvPr/>
            </p:nvSpPr>
            <p:spPr>
              <a:xfrm>
                <a:off x="28384500" y="0"/>
                <a:ext cx="69900" cy="381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3" name="Google Shape;1443;p18"/>
              <p:cNvSpPr/>
              <p:nvPr/>
            </p:nvSpPr>
            <p:spPr>
              <a:xfrm>
                <a:off x="28448000" y="0"/>
                <a:ext cx="69900" cy="38100"/>
              </a:xfrm>
              <a:prstGeom prst="rect">
                <a:avLst/>
              </a:prstGeom>
              <a:solidFill>
                <a:srgbClr val="DC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4" name="Google Shape;1444;p18"/>
              <p:cNvSpPr/>
              <p:nvPr/>
            </p:nvSpPr>
            <p:spPr>
              <a:xfrm>
                <a:off x="28511500" y="0"/>
                <a:ext cx="69900" cy="381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5" name="Google Shape;1445;p18"/>
              <p:cNvSpPr/>
              <p:nvPr/>
            </p:nvSpPr>
            <p:spPr>
              <a:xfrm>
                <a:off x="28575000" y="0"/>
                <a:ext cx="69900" cy="381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6" name="Google Shape;1446;p18"/>
              <p:cNvSpPr/>
              <p:nvPr/>
            </p:nvSpPr>
            <p:spPr>
              <a:xfrm>
                <a:off x="28638500" y="0"/>
                <a:ext cx="69900" cy="381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7" name="Google Shape;1447;p18"/>
              <p:cNvSpPr/>
              <p:nvPr/>
            </p:nvSpPr>
            <p:spPr>
              <a:xfrm>
                <a:off x="28702000" y="0"/>
                <a:ext cx="69900" cy="381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8" name="Google Shape;1448;p18"/>
              <p:cNvSpPr/>
              <p:nvPr/>
            </p:nvSpPr>
            <p:spPr>
              <a:xfrm>
                <a:off x="28765500" y="0"/>
                <a:ext cx="69900" cy="381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9" name="Google Shape;1449;p18"/>
              <p:cNvSpPr/>
              <p:nvPr/>
            </p:nvSpPr>
            <p:spPr>
              <a:xfrm>
                <a:off x="28829000" y="0"/>
                <a:ext cx="69900" cy="381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0" name="Google Shape;1450;p18"/>
              <p:cNvSpPr/>
              <p:nvPr/>
            </p:nvSpPr>
            <p:spPr>
              <a:xfrm>
                <a:off x="28892500" y="0"/>
                <a:ext cx="69900" cy="38100"/>
              </a:xfrm>
              <a:prstGeom prst="rect">
                <a:avLst/>
              </a:prstGeom>
              <a:solidFill>
                <a:srgbClr val="F2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1" name="Google Shape;1451;p18"/>
              <p:cNvSpPr/>
              <p:nvPr/>
            </p:nvSpPr>
            <p:spPr>
              <a:xfrm>
                <a:off x="28956000" y="0"/>
                <a:ext cx="69900" cy="38100"/>
              </a:xfrm>
              <a:prstGeom prst="rect">
                <a:avLst/>
              </a:prstGeom>
              <a:solidFill>
                <a:srgbClr val="F5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2" name="Google Shape;1452;p18"/>
              <p:cNvSpPr/>
              <p:nvPr/>
            </p:nvSpPr>
            <p:spPr>
              <a:xfrm>
                <a:off x="29019500" y="0"/>
                <a:ext cx="69900" cy="38100"/>
              </a:xfrm>
              <a:prstGeom prst="rect">
                <a:avLst/>
              </a:prstGeom>
              <a:solidFill>
                <a:srgbClr val="F9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3" name="Google Shape;1453;p18"/>
              <p:cNvSpPr/>
              <p:nvPr/>
            </p:nvSpPr>
            <p:spPr>
              <a:xfrm>
                <a:off x="29083000" y="0"/>
                <a:ext cx="69900" cy="381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4" name="Google Shape;1454;p18"/>
              <p:cNvSpPr/>
              <p:nvPr/>
            </p:nvSpPr>
            <p:spPr>
              <a:xfrm>
                <a:off x="29146500" y="0"/>
                <a:ext cx="69900" cy="381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455" name="Google Shape;1455;p18"/>
          <p:cNvSpPr txBox="1"/>
          <p:nvPr/>
        </p:nvSpPr>
        <p:spPr>
          <a:xfrm>
            <a:off x="238125" y="857250"/>
            <a:ext cx="8667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rgbClr val="333333"/>
                </a:solidFill>
                <a:latin typeface="Noto Sans JP"/>
                <a:ea typeface="Noto Sans JP"/>
                <a:cs typeface="Noto Sans JP"/>
                <a:sym typeface="Noto Sans JP"/>
              </a:rPr>
              <a:t>Classroomからの簡単な参加と充実した基本機能</a:t>
            </a:r>
            <a:endParaRPr sz="1600">
              <a:solidFill>
                <a:srgbClr val="333333"/>
              </a:solidFill>
              <a:latin typeface="Noto Sans JP"/>
              <a:ea typeface="Noto Sans JP"/>
              <a:cs typeface="Noto Sans JP"/>
              <a:sym typeface="Noto Sans JP"/>
            </a:endParaRPr>
          </a:p>
        </p:txBody>
      </p:sp>
      <p:sp>
        <p:nvSpPr>
          <p:cNvPr id="1456" name="Google Shape;1456;p18"/>
          <p:cNvSpPr txBox="1"/>
          <p:nvPr/>
        </p:nvSpPr>
        <p:spPr>
          <a:xfrm>
            <a:off x="428625" y="1790700"/>
            <a:ext cx="3810000" cy="2433900"/>
          </a:xfrm>
          <a:prstGeom prst="rect">
            <a:avLst/>
          </a:prstGeom>
          <a:noFill/>
          <a:ln cap="flat" cmpd="sng" w="2857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ja" sz="1800">
                <a:solidFill>
                  <a:srgbClr val="1F2937"/>
                </a:solidFill>
                <a:latin typeface="Noto Sans JP"/>
                <a:ea typeface="Noto Sans JP"/>
                <a:cs typeface="Noto Sans JP"/>
                <a:sym typeface="Noto Sans JP"/>
              </a:rPr>
              <a:t>参加と基本設定</a:t>
            </a:r>
            <a:endParaRPr b="1" sz="18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t/>
            </a:r>
            <a:endParaRPr sz="16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rPr lang="ja" sz="1600">
                <a:solidFill>
                  <a:srgbClr val="1F2937"/>
                </a:solidFill>
                <a:latin typeface="Noto Sans JP"/>
                <a:ea typeface="Noto Sans JP"/>
                <a:cs typeface="Noto Sans JP"/>
                <a:sym typeface="Noto Sans JP"/>
              </a:rPr>
              <a:t>Google ClassroomからワンクリックでMeetに参加可能</a:t>
            </a:r>
            <a:endParaRPr sz="16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t/>
            </a:r>
            <a:endParaRPr sz="16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600"/>
              </a:spcAft>
              <a:buNone/>
            </a:pPr>
            <a:r>
              <a:rPr lang="ja" sz="1600">
                <a:solidFill>
                  <a:srgbClr val="1F2937"/>
                </a:solidFill>
                <a:latin typeface="Noto Sans JP"/>
                <a:ea typeface="Noto Sans JP"/>
                <a:cs typeface="Noto Sans JP"/>
                <a:sym typeface="Noto Sans JP"/>
              </a:rPr>
              <a:t>入室時の </a:t>
            </a:r>
            <a:r>
              <a:rPr b="1" lang="ja" sz="1800">
                <a:solidFill>
                  <a:srgbClr val="6D17EE"/>
                </a:solidFill>
                <a:latin typeface="Noto Sans JP"/>
                <a:ea typeface="Noto Sans JP"/>
                <a:cs typeface="Noto Sans JP"/>
                <a:sym typeface="Noto Sans JP"/>
              </a:rPr>
              <a:t>マイク・カメラのON/OFF</a:t>
            </a:r>
            <a:r>
              <a:rPr lang="ja" sz="1600">
                <a:solidFill>
                  <a:srgbClr val="1F2937"/>
                </a:solidFill>
                <a:latin typeface="Noto Sans JP"/>
                <a:ea typeface="Noto Sans JP"/>
                <a:cs typeface="Noto Sans JP"/>
                <a:sym typeface="Noto Sans JP"/>
              </a:rPr>
              <a:t> 確認</a:t>
            </a:r>
            <a:endParaRPr sz="1600">
              <a:solidFill>
                <a:srgbClr val="1F2937"/>
              </a:solidFill>
              <a:latin typeface="Noto Sans JP"/>
              <a:ea typeface="Noto Sans JP"/>
              <a:cs typeface="Noto Sans JP"/>
              <a:sym typeface="Noto Sans JP"/>
            </a:endParaRPr>
          </a:p>
        </p:txBody>
      </p:sp>
      <p:sp>
        <p:nvSpPr>
          <p:cNvPr id="1457" name="Google Shape;1457;p18"/>
          <p:cNvSpPr txBox="1"/>
          <p:nvPr/>
        </p:nvSpPr>
        <p:spPr>
          <a:xfrm>
            <a:off x="4905375" y="1790700"/>
            <a:ext cx="3810000" cy="2433900"/>
          </a:xfrm>
          <a:prstGeom prst="rect">
            <a:avLst/>
          </a:prstGeom>
          <a:noFill/>
          <a:ln cap="flat" cmpd="sng" w="2857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ja" sz="1800">
                <a:solidFill>
                  <a:srgbClr val="1F2937"/>
                </a:solidFill>
                <a:latin typeface="Noto Sans JP"/>
                <a:ea typeface="Noto Sans JP"/>
                <a:cs typeface="Noto Sans JP"/>
                <a:sym typeface="Noto Sans JP"/>
              </a:rPr>
              <a:t>授業を支える機能</a:t>
            </a:r>
            <a:endParaRPr b="1" sz="18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t/>
            </a:r>
            <a:endParaRPr sz="16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0"/>
              </a:spcAft>
              <a:buNone/>
            </a:pPr>
            <a:r>
              <a:rPr lang="ja" sz="1600">
                <a:solidFill>
                  <a:srgbClr val="1F2937"/>
                </a:solidFill>
                <a:latin typeface="Noto Sans JP"/>
                <a:ea typeface="Noto Sans JP"/>
                <a:cs typeface="Noto Sans JP"/>
                <a:sym typeface="Noto Sans JP"/>
              </a:rPr>
              <a:t>リアルタイムのやり取りを活性化する </a:t>
            </a:r>
            <a:r>
              <a:rPr b="1" lang="ja" sz="1800">
                <a:solidFill>
                  <a:srgbClr val="6D17EE"/>
                </a:solidFill>
                <a:latin typeface="Noto Sans JP"/>
                <a:ea typeface="Noto Sans JP"/>
                <a:cs typeface="Noto Sans JP"/>
                <a:sym typeface="Noto Sans JP"/>
              </a:rPr>
              <a:t>チャット・挙手機能</a:t>
            </a:r>
            <a:endParaRPr b="1" sz="1800">
              <a:solidFill>
                <a:srgbClr val="6D17EE"/>
              </a:solidFill>
              <a:latin typeface="Noto Sans JP"/>
              <a:ea typeface="Noto Sans JP"/>
              <a:cs typeface="Noto Sans JP"/>
              <a:sym typeface="Noto Sans JP"/>
            </a:endParaRPr>
          </a:p>
          <a:p>
            <a:pPr indent="0" lvl="0" marL="0" rtl="0" algn="l">
              <a:lnSpc>
                <a:spcPct val="100000"/>
              </a:lnSpc>
              <a:spcBef>
                <a:spcPts val="600"/>
              </a:spcBef>
              <a:spcAft>
                <a:spcPts val="0"/>
              </a:spcAft>
              <a:buNone/>
            </a:pPr>
            <a:r>
              <a:t/>
            </a:r>
            <a:endParaRPr sz="1600">
              <a:solidFill>
                <a:srgbClr val="1F2937"/>
              </a:solidFill>
              <a:latin typeface="Noto Sans JP"/>
              <a:ea typeface="Noto Sans JP"/>
              <a:cs typeface="Noto Sans JP"/>
              <a:sym typeface="Noto Sans JP"/>
            </a:endParaRPr>
          </a:p>
          <a:p>
            <a:pPr indent="0" lvl="0" marL="0" rtl="0" algn="l">
              <a:lnSpc>
                <a:spcPct val="100000"/>
              </a:lnSpc>
              <a:spcBef>
                <a:spcPts val="600"/>
              </a:spcBef>
              <a:spcAft>
                <a:spcPts val="600"/>
              </a:spcAft>
              <a:buNone/>
            </a:pPr>
            <a:r>
              <a:rPr lang="ja" sz="1600">
                <a:solidFill>
                  <a:srgbClr val="1F2937"/>
                </a:solidFill>
                <a:latin typeface="Noto Sans JP"/>
                <a:ea typeface="Noto Sans JP"/>
                <a:cs typeface="Noto Sans JP"/>
                <a:sym typeface="Noto Sans JP"/>
              </a:rPr>
              <a:t>資料を提示するための </a:t>
            </a:r>
            <a:r>
              <a:rPr b="1" lang="ja" sz="1800">
                <a:solidFill>
                  <a:srgbClr val="6D17EE"/>
                </a:solidFill>
                <a:latin typeface="Noto Sans JP"/>
                <a:ea typeface="Noto Sans JP"/>
                <a:cs typeface="Noto Sans JP"/>
                <a:sym typeface="Noto Sans JP"/>
              </a:rPr>
              <a:t>画面共有機能</a:t>
            </a:r>
            <a:endParaRPr b="1" sz="1800">
              <a:solidFill>
                <a:srgbClr val="6D17EE"/>
              </a:solidFill>
              <a:latin typeface="Noto Sans JP"/>
              <a:ea typeface="Noto Sans JP"/>
              <a:cs typeface="Noto Sans JP"/>
              <a:sym typeface="Noto Sans JP"/>
            </a:endParaRPr>
          </a:p>
        </p:txBody>
      </p:sp>
      <p:grpSp>
        <p:nvGrpSpPr>
          <p:cNvPr id="1458" name="Google Shape;1458;p18"/>
          <p:cNvGrpSpPr/>
          <p:nvPr/>
        </p:nvGrpSpPr>
        <p:grpSpPr>
          <a:xfrm>
            <a:off x="0" y="5086350"/>
            <a:ext cx="9150400" cy="57300"/>
            <a:chOff x="0" y="5086350"/>
            <a:chExt cx="9150400" cy="57300"/>
          </a:xfrm>
        </p:grpSpPr>
        <p:sp>
          <p:nvSpPr>
            <p:cNvPr id="1459" name="Google Shape;1459;p18"/>
            <p:cNvSpPr/>
            <p:nvPr/>
          </p:nvSpPr>
          <p:spPr>
            <a:xfrm>
              <a:off x="0" y="5086350"/>
              <a:ext cx="699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0" name="Google Shape;1460;p18"/>
            <p:cNvSpPr/>
            <p:nvPr/>
          </p:nvSpPr>
          <p:spPr>
            <a:xfrm>
              <a:off x="63500" y="5086350"/>
              <a:ext cx="69900" cy="57300"/>
            </a:xfrm>
            <a:prstGeom prst="rect">
              <a:avLst/>
            </a:prstGeom>
            <a:solidFill>
              <a:srgbClr val="43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1" name="Google Shape;1461;p18"/>
            <p:cNvSpPr/>
            <p:nvPr/>
          </p:nvSpPr>
          <p:spPr>
            <a:xfrm>
              <a:off x="127000" y="5086350"/>
              <a:ext cx="69900" cy="573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2" name="Google Shape;1462;p18"/>
            <p:cNvSpPr/>
            <p:nvPr/>
          </p:nvSpPr>
          <p:spPr>
            <a:xfrm>
              <a:off x="190500" y="5086350"/>
              <a:ext cx="69900" cy="57300"/>
            </a:xfrm>
            <a:prstGeom prst="rect">
              <a:avLst/>
            </a:prstGeom>
            <a:solidFill>
              <a:srgbClr val="46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3" name="Google Shape;1463;p18"/>
            <p:cNvSpPr/>
            <p:nvPr/>
          </p:nvSpPr>
          <p:spPr>
            <a:xfrm>
              <a:off x="254000" y="5086350"/>
              <a:ext cx="69900" cy="57300"/>
            </a:xfrm>
            <a:prstGeom prst="rect">
              <a:avLst/>
            </a:prstGeom>
            <a:solidFill>
              <a:srgbClr val="4784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4" name="Google Shape;1464;p18"/>
            <p:cNvSpPr/>
            <p:nvPr/>
          </p:nvSpPr>
          <p:spPr>
            <a:xfrm>
              <a:off x="317500" y="5086350"/>
              <a:ext cx="69900" cy="57300"/>
            </a:xfrm>
            <a:prstGeom prst="rect">
              <a:avLst/>
            </a:prstGeom>
            <a:solidFill>
              <a:srgbClr val="49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5" name="Google Shape;1465;p18"/>
            <p:cNvSpPr/>
            <p:nvPr/>
          </p:nvSpPr>
          <p:spPr>
            <a:xfrm>
              <a:off x="381000" y="5086350"/>
              <a:ext cx="69900" cy="57300"/>
            </a:xfrm>
            <a:prstGeom prst="rect">
              <a:avLst/>
            </a:prstGeom>
            <a:solidFill>
              <a:srgbClr val="4A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6" name="Google Shape;1466;p18"/>
            <p:cNvSpPr/>
            <p:nvPr/>
          </p:nvSpPr>
          <p:spPr>
            <a:xfrm>
              <a:off x="444500" y="5086350"/>
              <a:ext cx="69900" cy="57300"/>
            </a:xfrm>
            <a:prstGeom prst="rect">
              <a:avLst/>
            </a:prstGeom>
            <a:solidFill>
              <a:srgbClr val="4B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7" name="Google Shape;1467;p18"/>
            <p:cNvSpPr/>
            <p:nvPr/>
          </p:nvSpPr>
          <p:spPr>
            <a:xfrm>
              <a:off x="508000" y="5086350"/>
              <a:ext cx="69900" cy="57300"/>
            </a:xfrm>
            <a:prstGeom prst="rect">
              <a:avLst/>
            </a:prstGeom>
            <a:solidFill>
              <a:srgbClr val="4D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8" name="Google Shape;1468;p18"/>
            <p:cNvSpPr/>
            <p:nvPr/>
          </p:nvSpPr>
          <p:spPr>
            <a:xfrm>
              <a:off x="571500" y="5086350"/>
              <a:ext cx="69900" cy="57300"/>
            </a:xfrm>
            <a:prstGeom prst="rect">
              <a:avLst/>
            </a:prstGeom>
            <a:solidFill>
              <a:srgbClr val="4E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9" name="Google Shape;1469;p18"/>
            <p:cNvSpPr/>
            <p:nvPr/>
          </p:nvSpPr>
          <p:spPr>
            <a:xfrm>
              <a:off x="635000" y="5086350"/>
              <a:ext cx="69900" cy="57300"/>
            </a:xfrm>
            <a:prstGeom prst="rect">
              <a:avLst/>
            </a:prstGeom>
            <a:solidFill>
              <a:srgbClr val="4F81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0" name="Google Shape;1470;p18"/>
            <p:cNvSpPr/>
            <p:nvPr/>
          </p:nvSpPr>
          <p:spPr>
            <a:xfrm>
              <a:off x="698500" y="5086350"/>
              <a:ext cx="69900" cy="57300"/>
            </a:xfrm>
            <a:prstGeom prst="rect">
              <a:avLst/>
            </a:prstGeom>
            <a:solidFill>
              <a:srgbClr val="51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1" name="Google Shape;1471;p18"/>
            <p:cNvSpPr/>
            <p:nvPr/>
          </p:nvSpPr>
          <p:spPr>
            <a:xfrm>
              <a:off x="762000" y="5086350"/>
              <a:ext cx="69900" cy="573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2" name="Google Shape;1472;p18"/>
            <p:cNvSpPr/>
            <p:nvPr/>
          </p:nvSpPr>
          <p:spPr>
            <a:xfrm>
              <a:off x="825500" y="5086350"/>
              <a:ext cx="69900" cy="57300"/>
            </a:xfrm>
            <a:prstGeom prst="rect">
              <a:avLst/>
            </a:prstGeom>
            <a:solidFill>
              <a:srgbClr val="53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3" name="Google Shape;1473;p18"/>
            <p:cNvSpPr/>
            <p:nvPr/>
          </p:nvSpPr>
          <p:spPr>
            <a:xfrm>
              <a:off x="889000" y="5086350"/>
              <a:ext cx="69900" cy="573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4" name="Google Shape;1474;p18"/>
            <p:cNvSpPr/>
            <p:nvPr/>
          </p:nvSpPr>
          <p:spPr>
            <a:xfrm>
              <a:off x="952500" y="5086350"/>
              <a:ext cx="69900" cy="57300"/>
            </a:xfrm>
            <a:prstGeom prst="rect">
              <a:avLst/>
            </a:prstGeom>
            <a:solidFill>
              <a:srgbClr val="56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5" name="Google Shape;1475;p18"/>
            <p:cNvSpPr/>
            <p:nvPr/>
          </p:nvSpPr>
          <p:spPr>
            <a:xfrm>
              <a:off x="1016000" y="5086350"/>
              <a:ext cx="69900" cy="57300"/>
            </a:xfrm>
            <a:prstGeom prst="rect">
              <a:avLst/>
            </a:prstGeom>
            <a:solidFill>
              <a:srgbClr val="57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6" name="Google Shape;1476;p18"/>
            <p:cNvSpPr/>
            <p:nvPr/>
          </p:nvSpPr>
          <p:spPr>
            <a:xfrm>
              <a:off x="1079500" y="5086350"/>
              <a:ext cx="69900" cy="573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7" name="Google Shape;1477;p18"/>
            <p:cNvSpPr/>
            <p:nvPr/>
          </p:nvSpPr>
          <p:spPr>
            <a:xfrm>
              <a:off x="1143000" y="5086350"/>
              <a:ext cx="69900" cy="57300"/>
            </a:xfrm>
            <a:prstGeom prst="rect">
              <a:avLst/>
            </a:prstGeom>
            <a:solidFill>
              <a:srgbClr val="5A7F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8" name="Google Shape;1478;p18"/>
            <p:cNvSpPr/>
            <p:nvPr/>
          </p:nvSpPr>
          <p:spPr>
            <a:xfrm>
              <a:off x="1206500" y="5086350"/>
              <a:ext cx="69900" cy="57300"/>
            </a:xfrm>
            <a:prstGeom prst="rect">
              <a:avLst/>
            </a:prstGeom>
            <a:solidFill>
              <a:srgbClr val="5B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9" name="Google Shape;1479;p18"/>
            <p:cNvSpPr/>
            <p:nvPr/>
          </p:nvSpPr>
          <p:spPr>
            <a:xfrm>
              <a:off x="1270000" y="5086350"/>
              <a:ext cx="69900" cy="573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0" name="Google Shape;1480;p18"/>
            <p:cNvSpPr/>
            <p:nvPr/>
          </p:nvSpPr>
          <p:spPr>
            <a:xfrm>
              <a:off x="1333500" y="5086350"/>
              <a:ext cx="69900" cy="57300"/>
            </a:xfrm>
            <a:prstGeom prst="rect">
              <a:avLst/>
            </a:prstGeom>
            <a:solidFill>
              <a:srgbClr val="5E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1" name="Google Shape;1481;p18"/>
            <p:cNvSpPr/>
            <p:nvPr/>
          </p:nvSpPr>
          <p:spPr>
            <a:xfrm>
              <a:off x="1397000" y="5086350"/>
              <a:ext cx="69900" cy="573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2" name="Google Shape;1482;p18"/>
            <p:cNvSpPr/>
            <p:nvPr/>
          </p:nvSpPr>
          <p:spPr>
            <a:xfrm>
              <a:off x="1460500" y="5086350"/>
              <a:ext cx="69900" cy="57300"/>
            </a:xfrm>
            <a:prstGeom prst="rect">
              <a:avLst/>
            </a:prstGeom>
            <a:solidFill>
              <a:srgbClr val="60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3" name="Google Shape;1483;p18"/>
            <p:cNvSpPr/>
            <p:nvPr/>
          </p:nvSpPr>
          <p:spPr>
            <a:xfrm>
              <a:off x="1524000" y="5086350"/>
              <a:ext cx="69900" cy="573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4" name="Google Shape;1484;p18"/>
            <p:cNvSpPr/>
            <p:nvPr/>
          </p:nvSpPr>
          <p:spPr>
            <a:xfrm>
              <a:off x="1587500" y="5086350"/>
              <a:ext cx="69900" cy="57300"/>
            </a:xfrm>
            <a:prstGeom prst="rect">
              <a:avLst/>
            </a:prstGeom>
            <a:solidFill>
              <a:srgbClr val="63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5" name="Google Shape;1485;p18"/>
            <p:cNvSpPr/>
            <p:nvPr/>
          </p:nvSpPr>
          <p:spPr>
            <a:xfrm>
              <a:off x="1651000" y="5086350"/>
              <a:ext cx="69900" cy="57300"/>
            </a:xfrm>
            <a:prstGeom prst="rect">
              <a:avLst/>
            </a:prstGeom>
            <a:solidFill>
              <a:srgbClr val="64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6" name="Google Shape;1486;p18"/>
            <p:cNvSpPr/>
            <p:nvPr/>
          </p:nvSpPr>
          <p:spPr>
            <a:xfrm>
              <a:off x="1714500" y="5086350"/>
              <a:ext cx="69900" cy="57300"/>
            </a:xfrm>
            <a:prstGeom prst="rect">
              <a:avLst/>
            </a:prstGeom>
            <a:solidFill>
              <a:srgbClr val="66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7" name="Google Shape;1487;p18"/>
            <p:cNvSpPr/>
            <p:nvPr/>
          </p:nvSpPr>
          <p:spPr>
            <a:xfrm>
              <a:off x="1778000" y="5086350"/>
              <a:ext cx="69900" cy="57300"/>
            </a:xfrm>
            <a:prstGeom prst="rect">
              <a:avLst/>
            </a:prstGeom>
            <a:solidFill>
              <a:srgbClr val="67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8" name="Google Shape;1488;p18"/>
            <p:cNvSpPr/>
            <p:nvPr/>
          </p:nvSpPr>
          <p:spPr>
            <a:xfrm>
              <a:off x="1841500" y="5086350"/>
              <a:ext cx="69900" cy="573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9" name="Google Shape;1489;p18"/>
            <p:cNvSpPr/>
            <p:nvPr/>
          </p:nvSpPr>
          <p:spPr>
            <a:xfrm>
              <a:off x="1905000" y="5086350"/>
              <a:ext cx="69900" cy="57300"/>
            </a:xfrm>
            <a:prstGeom prst="rect">
              <a:avLst/>
            </a:prstGeom>
            <a:solidFill>
              <a:srgbClr val="6A7A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0" name="Google Shape;1490;p18"/>
            <p:cNvSpPr/>
            <p:nvPr/>
          </p:nvSpPr>
          <p:spPr>
            <a:xfrm>
              <a:off x="1968500" y="5086350"/>
              <a:ext cx="69900" cy="57300"/>
            </a:xfrm>
            <a:prstGeom prst="rect">
              <a:avLst/>
            </a:prstGeom>
            <a:solidFill>
              <a:srgbClr val="6B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1" name="Google Shape;1491;p18"/>
            <p:cNvSpPr/>
            <p:nvPr/>
          </p:nvSpPr>
          <p:spPr>
            <a:xfrm>
              <a:off x="2032000" y="5086350"/>
              <a:ext cx="69900" cy="573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2" name="Google Shape;1492;p18"/>
            <p:cNvSpPr/>
            <p:nvPr/>
          </p:nvSpPr>
          <p:spPr>
            <a:xfrm>
              <a:off x="2095500" y="5086350"/>
              <a:ext cx="69900" cy="57300"/>
            </a:xfrm>
            <a:prstGeom prst="rect">
              <a:avLst/>
            </a:prstGeom>
            <a:solidFill>
              <a:srgbClr val="6E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3" name="Google Shape;1493;p18"/>
            <p:cNvSpPr/>
            <p:nvPr/>
          </p:nvSpPr>
          <p:spPr>
            <a:xfrm>
              <a:off x="2159000" y="5086350"/>
              <a:ext cx="69900" cy="573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4" name="Google Shape;1494;p18"/>
            <p:cNvSpPr/>
            <p:nvPr/>
          </p:nvSpPr>
          <p:spPr>
            <a:xfrm>
              <a:off x="2222500" y="5086350"/>
              <a:ext cx="69900" cy="57300"/>
            </a:xfrm>
            <a:prstGeom prst="rect">
              <a:avLst/>
            </a:prstGeom>
            <a:solidFill>
              <a:srgbClr val="70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5" name="Google Shape;1495;p18"/>
            <p:cNvSpPr/>
            <p:nvPr/>
          </p:nvSpPr>
          <p:spPr>
            <a:xfrm>
              <a:off x="2286000" y="5086350"/>
              <a:ext cx="69900" cy="573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6" name="Google Shape;1496;p18"/>
            <p:cNvSpPr/>
            <p:nvPr/>
          </p:nvSpPr>
          <p:spPr>
            <a:xfrm>
              <a:off x="2349500" y="5086350"/>
              <a:ext cx="69900" cy="57300"/>
            </a:xfrm>
            <a:prstGeom prst="rect">
              <a:avLst/>
            </a:prstGeom>
            <a:solidFill>
              <a:srgbClr val="73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7" name="Google Shape;1497;p18"/>
            <p:cNvSpPr/>
            <p:nvPr/>
          </p:nvSpPr>
          <p:spPr>
            <a:xfrm>
              <a:off x="2413000" y="5086350"/>
              <a:ext cx="69900" cy="57300"/>
            </a:xfrm>
            <a:prstGeom prst="rect">
              <a:avLst/>
            </a:prstGeom>
            <a:solidFill>
              <a:srgbClr val="74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8" name="Google Shape;1498;p18"/>
            <p:cNvSpPr/>
            <p:nvPr/>
          </p:nvSpPr>
          <p:spPr>
            <a:xfrm>
              <a:off x="2476500" y="5086350"/>
              <a:ext cx="69900" cy="57300"/>
            </a:xfrm>
            <a:prstGeom prst="rect">
              <a:avLst/>
            </a:prstGeom>
            <a:solidFill>
              <a:srgbClr val="76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9" name="Google Shape;1499;p18"/>
            <p:cNvSpPr/>
            <p:nvPr/>
          </p:nvSpPr>
          <p:spPr>
            <a:xfrm>
              <a:off x="2540000" y="5086350"/>
              <a:ext cx="69900" cy="57300"/>
            </a:xfrm>
            <a:prstGeom prst="rect">
              <a:avLst/>
            </a:prstGeom>
            <a:solidFill>
              <a:srgbClr val="77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0" name="Google Shape;1500;p18"/>
            <p:cNvSpPr/>
            <p:nvPr/>
          </p:nvSpPr>
          <p:spPr>
            <a:xfrm>
              <a:off x="2603500" y="5086350"/>
              <a:ext cx="69900" cy="573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1" name="Google Shape;1501;p18"/>
            <p:cNvSpPr/>
            <p:nvPr/>
          </p:nvSpPr>
          <p:spPr>
            <a:xfrm>
              <a:off x="2667000" y="5086350"/>
              <a:ext cx="69900" cy="57300"/>
            </a:xfrm>
            <a:prstGeom prst="rect">
              <a:avLst/>
            </a:prstGeom>
            <a:solidFill>
              <a:srgbClr val="7A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2" name="Google Shape;1502;p18"/>
            <p:cNvSpPr/>
            <p:nvPr/>
          </p:nvSpPr>
          <p:spPr>
            <a:xfrm>
              <a:off x="2730500" y="5086350"/>
              <a:ext cx="69900" cy="57300"/>
            </a:xfrm>
            <a:prstGeom prst="rect">
              <a:avLst/>
            </a:prstGeom>
            <a:solidFill>
              <a:srgbClr val="7B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3" name="Google Shape;1503;p18"/>
            <p:cNvSpPr/>
            <p:nvPr/>
          </p:nvSpPr>
          <p:spPr>
            <a:xfrm>
              <a:off x="2794000" y="5086350"/>
              <a:ext cx="69900" cy="573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4" name="Google Shape;1504;p18"/>
            <p:cNvSpPr/>
            <p:nvPr/>
          </p:nvSpPr>
          <p:spPr>
            <a:xfrm>
              <a:off x="2857500" y="5086350"/>
              <a:ext cx="69900" cy="57300"/>
            </a:xfrm>
            <a:prstGeom prst="rect">
              <a:avLst/>
            </a:prstGeom>
            <a:solidFill>
              <a:srgbClr val="7D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5" name="Google Shape;1505;p18"/>
            <p:cNvSpPr/>
            <p:nvPr/>
          </p:nvSpPr>
          <p:spPr>
            <a:xfrm>
              <a:off x="2921000" y="5086350"/>
              <a:ext cx="69900" cy="573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6" name="Google Shape;1506;p18"/>
            <p:cNvSpPr/>
            <p:nvPr/>
          </p:nvSpPr>
          <p:spPr>
            <a:xfrm>
              <a:off x="2984500" y="5086350"/>
              <a:ext cx="69900" cy="57300"/>
            </a:xfrm>
            <a:prstGeom prst="rect">
              <a:avLst/>
            </a:prstGeom>
            <a:solidFill>
              <a:srgbClr val="80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7" name="Google Shape;1507;p18"/>
            <p:cNvSpPr/>
            <p:nvPr/>
          </p:nvSpPr>
          <p:spPr>
            <a:xfrm>
              <a:off x="3048000" y="5086350"/>
              <a:ext cx="69900" cy="57300"/>
            </a:xfrm>
            <a:prstGeom prst="rect">
              <a:avLst/>
            </a:prstGeom>
            <a:solidFill>
              <a:srgbClr val="81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8" name="Google Shape;1508;p18"/>
            <p:cNvSpPr/>
            <p:nvPr/>
          </p:nvSpPr>
          <p:spPr>
            <a:xfrm>
              <a:off x="3111500" y="5086350"/>
              <a:ext cx="69900" cy="57300"/>
            </a:xfrm>
            <a:prstGeom prst="rect">
              <a:avLst/>
            </a:prstGeom>
            <a:solidFill>
              <a:srgbClr val="83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9" name="Google Shape;1509;p18"/>
            <p:cNvSpPr/>
            <p:nvPr/>
          </p:nvSpPr>
          <p:spPr>
            <a:xfrm>
              <a:off x="3175000" y="5086350"/>
              <a:ext cx="69900" cy="57300"/>
            </a:xfrm>
            <a:prstGeom prst="rect">
              <a:avLst/>
            </a:prstGeom>
            <a:solidFill>
              <a:srgbClr val="84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0" name="Google Shape;1510;p18"/>
            <p:cNvSpPr/>
            <p:nvPr/>
          </p:nvSpPr>
          <p:spPr>
            <a:xfrm>
              <a:off x="3238500" y="5086350"/>
              <a:ext cx="69900" cy="573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1" name="Google Shape;1511;p18"/>
            <p:cNvSpPr/>
            <p:nvPr/>
          </p:nvSpPr>
          <p:spPr>
            <a:xfrm>
              <a:off x="3302000" y="5086350"/>
              <a:ext cx="69900" cy="57300"/>
            </a:xfrm>
            <a:prstGeom prst="rect">
              <a:avLst/>
            </a:prstGeom>
            <a:solidFill>
              <a:srgbClr val="87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2" name="Google Shape;1512;p18"/>
            <p:cNvSpPr/>
            <p:nvPr/>
          </p:nvSpPr>
          <p:spPr>
            <a:xfrm>
              <a:off x="3365500" y="5086350"/>
              <a:ext cx="69900" cy="573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3" name="Google Shape;1513;p18"/>
            <p:cNvSpPr/>
            <p:nvPr/>
          </p:nvSpPr>
          <p:spPr>
            <a:xfrm>
              <a:off x="3429000" y="5086350"/>
              <a:ext cx="69900" cy="57300"/>
            </a:xfrm>
            <a:prstGeom prst="rect">
              <a:avLst/>
            </a:prstGeom>
            <a:solidFill>
              <a:srgbClr val="89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4" name="Google Shape;1514;p18"/>
            <p:cNvSpPr/>
            <p:nvPr/>
          </p:nvSpPr>
          <p:spPr>
            <a:xfrm>
              <a:off x="3492500" y="5086350"/>
              <a:ext cx="69900" cy="57300"/>
            </a:xfrm>
            <a:prstGeom prst="rect">
              <a:avLst/>
            </a:prstGeom>
            <a:solidFill>
              <a:srgbClr val="8B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5" name="Google Shape;1515;p18"/>
            <p:cNvSpPr/>
            <p:nvPr/>
          </p:nvSpPr>
          <p:spPr>
            <a:xfrm>
              <a:off x="3556000" y="5086350"/>
              <a:ext cx="69900" cy="573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6" name="Google Shape;1516;p18"/>
            <p:cNvSpPr/>
            <p:nvPr/>
          </p:nvSpPr>
          <p:spPr>
            <a:xfrm>
              <a:off x="3619500" y="5086350"/>
              <a:ext cx="69900" cy="57300"/>
            </a:xfrm>
            <a:prstGeom prst="rect">
              <a:avLst/>
            </a:prstGeom>
            <a:solidFill>
              <a:srgbClr val="8D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7" name="Google Shape;1517;p18"/>
            <p:cNvSpPr/>
            <p:nvPr/>
          </p:nvSpPr>
          <p:spPr>
            <a:xfrm>
              <a:off x="3683000" y="5086350"/>
              <a:ext cx="69900" cy="573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8" name="Google Shape;1518;p18"/>
            <p:cNvSpPr/>
            <p:nvPr/>
          </p:nvSpPr>
          <p:spPr>
            <a:xfrm>
              <a:off x="3746500" y="5086350"/>
              <a:ext cx="69900" cy="57300"/>
            </a:xfrm>
            <a:prstGeom prst="rect">
              <a:avLst/>
            </a:prstGeom>
            <a:solidFill>
              <a:srgbClr val="90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9" name="Google Shape;1519;p18"/>
            <p:cNvSpPr/>
            <p:nvPr/>
          </p:nvSpPr>
          <p:spPr>
            <a:xfrm>
              <a:off x="3810000" y="5086350"/>
              <a:ext cx="69900" cy="57300"/>
            </a:xfrm>
            <a:prstGeom prst="rect">
              <a:avLst/>
            </a:prstGeom>
            <a:solidFill>
              <a:srgbClr val="91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0" name="Google Shape;1520;p18"/>
            <p:cNvSpPr/>
            <p:nvPr/>
          </p:nvSpPr>
          <p:spPr>
            <a:xfrm>
              <a:off x="3873500" y="5086350"/>
              <a:ext cx="69900" cy="57300"/>
            </a:xfrm>
            <a:prstGeom prst="rect">
              <a:avLst/>
            </a:prstGeom>
            <a:solidFill>
              <a:srgbClr val="93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1" name="Google Shape;1521;p18"/>
            <p:cNvSpPr/>
            <p:nvPr/>
          </p:nvSpPr>
          <p:spPr>
            <a:xfrm>
              <a:off x="3937000" y="5086350"/>
              <a:ext cx="69900" cy="57300"/>
            </a:xfrm>
            <a:prstGeom prst="rect">
              <a:avLst/>
            </a:prstGeom>
            <a:solidFill>
              <a:srgbClr val="94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2" name="Google Shape;1522;p18"/>
            <p:cNvSpPr/>
            <p:nvPr/>
          </p:nvSpPr>
          <p:spPr>
            <a:xfrm>
              <a:off x="4000500" y="5086350"/>
              <a:ext cx="69900" cy="573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3" name="Google Shape;1523;p18"/>
            <p:cNvSpPr/>
            <p:nvPr/>
          </p:nvSpPr>
          <p:spPr>
            <a:xfrm>
              <a:off x="4064000" y="5086350"/>
              <a:ext cx="69900" cy="57300"/>
            </a:xfrm>
            <a:prstGeom prst="rect">
              <a:avLst/>
            </a:prstGeom>
            <a:solidFill>
              <a:srgbClr val="976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4" name="Google Shape;1524;p18"/>
            <p:cNvSpPr/>
            <p:nvPr/>
          </p:nvSpPr>
          <p:spPr>
            <a:xfrm>
              <a:off x="4127500" y="5086350"/>
              <a:ext cx="69900" cy="573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5" name="Google Shape;1525;p18"/>
            <p:cNvSpPr/>
            <p:nvPr/>
          </p:nvSpPr>
          <p:spPr>
            <a:xfrm>
              <a:off x="4191000" y="5086350"/>
              <a:ext cx="69900" cy="57300"/>
            </a:xfrm>
            <a:prstGeom prst="rect">
              <a:avLst/>
            </a:prstGeom>
            <a:solidFill>
              <a:srgbClr val="99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6" name="Google Shape;1526;p18"/>
            <p:cNvSpPr/>
            <p:nvPr/>
          </p:nvSpPr>
          <p:spPr>
            <a:xfrm>
              <a:off x="4254500" y="5086350"/>
              <a:ext cx="69900" cy="57300"/>
            </a:xfrm>
            <a:prstGeom prst="rect">
              <a:avLst/>
            </a:prstGeom>
            <a:solidFill>
              <a:srgbClr val="9B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7" name="Google Shape;1527;p18"/>
            <p:cNvSpPr/>
            <p:nvPr/>
          </p:nvSpPr>
          <p:spPr>
            <a:xfrm>
              <a:off x="4318000" y="5086350"/>
              <a:ext cx="69900" cy="573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8" name="Google Shape;1528;p18"/>
            <p:cNvSpPr/>
            <p:nvPr/>
          </p:nvSpPr>
          <p:spPr>
            <a:xfrm>
              <a:off x="4381500" y="5086350"/>
              <a:ext cx="69900" cy="57300"/>
            </a:xfrm>
            <a:prstGeom prst="rect">
              <a:avLst/>
            </a:prstGeom>
            <a:solidFill>
              <a:srgbClr val="9D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9" name="Google Shape;1529;p18"/>
            <p:cNvSpPr/>
            <p:nvPr/>
          </p:nvSpPr>
          <p:spPr>
            <a:xfrm>
              <a:off x="4445000" y="5086350"/>
              <a:ext cx="69900" cy="573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0" name="Google Shape;1530;p18"/>
            <p:cNvSpPr/>
            <p:nvPr/>
          </p:nvSpPr>
          <p:spPr>
            <a:xfrm>
              <a:off x="4508500" y="5086350"/>
              <a:ext cx="69900" cy="57300"/>
            </a:xfrm>
            <a:prstGeom prst="rect">
              <a:avLst/>
            </a:prstGeom>
            <a:solidFill>
              <a:srgbClr val="A0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1" name="Google Shape;1531;p18"/>
            <p:cNvSpPr/>
            <p:nvPr/>
          </p:nvSpPr>
          <p:spPr>
            <a:xfrm>
              <a:off x="4572000" y="5086350"/>
              <a:ext cx="69900" cy="57300"/>
            </a:xfrm>
            <a:prstGeom prst="rect">
              <a:avLst/>
            </a:prstGeom>
            <a:solidFill>
              <a:srgbClr val="A1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2" name="Google Shape;1532;p18"/>
            <p:cNvSpPr/>
            <p:nvPr/>
          </p:nvSpPr>
          <p:spPr>
            <a:xfrm>
              <a:off x="4635500" y="5086350"/>
              <a:ext cx="69900" cy="573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3" name="Google Shape;1533;p18"/>
            <p:cNvSpPr/>
            <p:nvPr/>
          </p:nvSpPr>
          <p:spPr>
            <a:xfrm>
              <a:off x="4699000" y="5086350"/>
              <a:ext cx="69900" cy="57300"/>
            </a:xfrm>
            <a:prstGeom prst="rect">
              <a:avLst/>
            </a:prstGeom>
            <a:solidFill>
              <a:srgbClr val="A4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4" name="Google Shape;1534;p18"/>
            <p:cNvSpPr/>
            <p:nvPr/>
          </p:nvSpPr>
          <p:spPr>
            <a:xfrm>
              <a:off x="4762500" y="5086350"/>
              <a:ext cx="69900" cy="573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5" name="Google Shape;1535;p18"/>
            <p:cNvSpPr/>
            <p:nvPr/>
          </p:nvSpPr>
          <p:spPr>
            <a:xfrm>
              <a:off x="4826000" y="5086350"/>
              <a:ext cx="69900" cy="57300"/>
            </a:xfrm>
            <a:prstGeom prst="rect">
              <a:avLst/>
            </a:prstGeom>
            <a:solidFill>
              <a:srgbClr val="A6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6" name="Google Shape;1536;p18"/>
            <p:cNvSpPr/>
            <p:nvPr/>
          </p:nvSpPr>
          <p:spPr>
            <a:xfrm>
              <a:off x="4889500" y="5086350"/>
              <a:ext cx="69900" cy="57300"/>
            </a:xfrm>
            <a:prstGeom prst="rect">
              <a:avLst/>
            </a:prstGeom>
            <a:solidFill>
              <a:srgbClr val="A8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7" name="Google Shape;1537;p18"/>
            <p:cNvSpPr/>
            <p:nvPr/>
          </p:nvSpPr>
          <p:spPr>
            <a:xfrm>
              <a:off x="4953000" y="5086350"/>
              <a:ext cx="69900" cy="573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8" name="Google Shape;1538;p18"/>
            <p:cNvSpPr/>
            <p:nvPr/>
          </p:nvSpPr>
          <p:spPr>
            <a:xfrm>
              <a:off x="5016500" y="5086350"/>
              <a:ext cx="69900" cy="57300"/>
            </a:xfrm>
            <a:prstGeom prst="rect">
              <a:avLst/>
            </a:prstGeom>
            <a:solidFill>
              <a:srgbClr val="AA6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9" name="Google Shape;1539;p18"/>
            <p:cNvSpPr/>
            <p:nvPr/>
          </p:nvSpPr>
          <p:spPr>
            <a:xfrm>
              <a:off x="5080000" y="5086350"/>
              <a:ext cx="69900" cy="573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0" name="Google Shape;1540;p18"/>
            <p:cNvSpPr/>
            <p:nvPr/>
          </p:nvSpPr>
          <p:spPr>
            <a:xfrm>
              <a:off x="5143500" y="5086350"/>
              <a:ext cx="69900" cy="57300"/>
            </a:xfrm>
            <a:prstGeom prst="rect">
              <a:avLst/>
            </a:prstGeom>
            <a:solidFill>
              <a:srgbClr val="AD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1" name="Google Shape;1541;p18"/>
            <p:cNvSpPr/>
            <p:nvPr/>
          </p:nvSpPr>
          <p:spPr>
            <a:xfrm>
              <a:off x="5207000" y="5086350"/>
              <a:ext cx="69900" cy="57300"/>
            </a:xfrm>
            <a:prstGeom prst="rect">
              <a:avLst/>
            </a:prstGeom>
            <a:solidFill>
              <a:srgbClr val="AE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2" name="Google Shape;1542;p18"/>
            <p:cNvSpPr/>
            <p:nvPr/>
          </p:nvSpPr>
          <p:spPr>
            <a:xfrm>
              <a:off x="5270500" y="5086350"/>
              <a:ext cx="69900" cy="57300"/>
            </a:xfrm>
            <a:prstGeom prst="rect">
              <a:avLst/>
            </a:prstGeom>
            <a:solidFill>
              <a:srgbClr val="B0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3" name="Google Shape;1543;p18"/>
            <p:cNvSpPr/>
            <p:nvPr/>
          </p:nvSpPr>
          <p:spPr>
            <a:xfrm>
              <a:off x="5334000" y="5086350"/>
              <a:ext cx="69900" cy="57300"/>
            </a:xfrm>
            <a:prstGeom prst="rect">
              <a:avLst/>
            </a:prstGeom>
            <a:solidFill>
              <a:srgbClr val="B1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4" name="Google Shape;1544;p18"/>
            <p:cNvSpPr/>
            <p:nvPr/>
          </p:nvSpPr>
          <p:spPr>
            <a:xfrm>
              <a:off x="5397500" y="5086350"/>
              <a:ext cx="69900" cy="573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5" name="Google Shape;1545;p18"/>
            <p:cNvSpPr/>
            <p:nvPr/>
          </p:nvSpPr>
          <p:spPr>
            <a:xfrm>
              <a:off x="5461000" y="5086350"/>
              <a:ext cx="69900" cy="57300"/>
            </a:xfrm>
            <a:prstGeom prst="rect">
              <a:avLst/>
            </a:prstGeom>
            <a:solidFill>
              <a:srgbClr val="B4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6" name="Google Shape;1546;p18"/>
            <p:cNvSpPr/>
            <p:nvPr/>
          </p:nvSpPr>
          <p:spPr>
            <a:xfrm>
              <a:off x="5524500" y="5086350"/>
              <a:ext cx="69900" cy="573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7" name="Google Shape;1547;p18"/>
            <p:cNvSpPr/>
            <p:nvPr/>
          </p:nvSpPr>
          <p:spPr>
            <a:xfrm>
              <a:off x="5588000" y="5086350"/>
              <a:ext cx="69900" cy="57300"/>
            </a:xfrm>
            <a:prstGeom prst="rect">
              <a:avLst/>
            </a:prstGeom>
            <a:solidFill>
              <a:srgbClr val="B6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8" name="Google Shape;1548;p18"/>
            <p:cNvSpPr/>
            <p:nvPr/>
          </p:nvSpPr>
          <p:spPr>
            <a:xfrm>
              <a:off x="5651500" y="5086350"/>
              <a:ext cx="69900" cy="57300"/>
            </a:xfrm>
            <a:prstGeom prst="rect">
              <a:avLst/>
            </a:prstGeom>
            <a:solidFill>
              <a:srgbClr val="B8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9" name="Google Shape;1549;p18"/>
            <p:cNvSpPr/>
            <p:nvPr/>
          </p:nvSpPr>
          <p:spPr>
            <a:xfrm>
              <a:off x="5715000" y="5086350"/>
              <a:ext cx="69900" cy="573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0" name="Google Shape;1550;p18"/>
            <p:cNvSpPr/>
            <p:nvPr/>
          </p:nvSpPr>
          <p:spPr>
            <a:xfrm>
              <a:off x="5778500" y="5086350"/>
              <a:ext cx="69900" cy="57300"/>
            </a:xfrm>
            <a:prstGeom prst="rect">
              <a:avLst/>
            </a:prstGeom>
            <a:solidFill>
              <a:srgbClr val="BA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1" name="Google Shape;1551;p18"/>
            <p:cNvSpPr/>
            <p:nvPr/>
          </p:nvSpPr>
          <p:spPr>
            <a:xfrm>
              <a:off x="5842000" y="5086350"/>
              <a:ext cx="69900" cy="573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2" name="Google Shape;1552;p18"/>
            <p:cNvSpPr/>
            <p:nvPr/>
          </p:nvSpPr>
          <p:spPr>
            <a:xfrm>
              <a:off x="5905500" y="5086350"/>
              <a:ext cx="69900" cy="57300"/>
            </a:xfrm>
            <a:prstGeom prst="rect">
              <a:avLst/>
            </a:prstGeom>
            <a:solidFill>
              <a:srgbClr val="BD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3" name="Google Shape;1553;p18"/>
            <p:cNvSpPr/>
            <p:nvPr/>
          </p:nvSpPr>
          <p:spPr>
            <a:xfrm>
              <a:off x="5969000" y="5086350"/>
              <a:ext cx="69900" cy="57300"/>
            </a:xfrm>
            <a:prstGeom prst="rect">
              <a:avLst/>
            </a:prstGeom>
            <a:solidFill>
              <a:srgbClr val="BE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4" name="Google Shape;1554;p18"/>
            <p:cNvSpPr/>
            <p:nvPr/>
          </p:nvSpPr>
          <p:spPr>
            <a:xfrm>
              <a:off x="6032500" y="5086350"/>
              <a:ext cx="69900" cy="57300"/>
            </a:xfrm>
            <a:prstGeom prst="rect">
              <a:avLst/>
            </a:prstGeom>
            <a:solidFill>
              <a:srgbClr val="C0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5" name="Google Shape;1555;p18"/>
            <p:cNvSpPr/>
            <p:nvPr/>
          </p:nvSpPr>
          <p:spPr>
            <a:xfrm>
              <a:off x="6096000" y="5086350"/>
              <a:ext cx="69900" cy="57300"/>
            </a:xfrm>
            <a:prstGeom prst="rect">
              <a:avLst/>
            </a:prstGeom>
            <a:solidFill>
              <a:srgbClr val="C1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6" name="Google Shape;1556;p18"/>
            <p:cNvSpPr/>
            <p:nvPr/>
          </p:nvSpPr>
          <p:spPr>
            <a:xfrm>
              <a:off x="6159500" y="5086350"/>
              <a:ext cx="69900" cy="573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7" name="Google Shape;1557;p18"/>
            <p:cNvSpPr/>
            <p:nvPr/>
          </p:nvSpPr>
          <p:spPr>
            <a:xfrm>
              <a:off x="6223000" y="5086350"/>
              <a:ext cx="69900" cy="57300"/>
            </a:xfrm>
            <a:prstGeom prst="rect">
              <a:avLst/>
            </a:prstGeom>
            <a:solidFill>
              <a:srgbClr val="C4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8" name="Google Shape;1558;p18"/>
            <p:cNvSpPr/>
            <p:nvPr/>
          </p:nvSpPr>
          <p:spPr>
            <a:xfrm>
              <a:off x="6286500" y="5086350"/>
              <a:ext cx="69900" cy="573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9" name="Google Shape;1559;p18"/>
            <p:cNvSpPr/>
            <p:nvPr/>
          </p:nvSpPr>
          <p:spPr>
            <a:xfrm>
              <a:off x="6350000" y="5086350"/>
              <a:ext cx="69900" cy="57300"/>
            </a:xfrm>
            <a:prstGeom prst="rect">
              <a:avLst/>
            </a:prstGeom>
            <a:solidFill>
              <a:srgbClr val="C6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0" name="Google Shape;1560;p18"/>
            <p:cNvSpPr/>
            <p:nvPr/>
          </p:nvSpPr>
          <p:spPr>
            <a:xfrm>
              <a:off x="6413500" y="5086350"/>
              <a:ext cx="69900" cy="57300"/>
            </a:xfrm>
            <a:prstGeom prst="rect">
              <a:avLst/>
            </a:prstGeom>
            <a:solidFill>
              <a:srgbClr val="C7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1" name="Google Shape;1561;p18"/>
            <p:cNvSpPr/>
            <p:nvPr/>
          </p:nvSpPr>
          <p:spPr>
            <a:xfrm>
              <a:off x="6477000" y="5086350"/>
              <a:ext cx="69900" cy="573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2" name="Google Shape;1562;p18"/>
            <p:cNvSpPr/>
            <p:nvPr/>
          </p:nvSpPr>
          <p:spPr>
            <a:xfrm>
              <a:off x="6540500" y="5086350"/>
              <a:ext cx="69900" cy="57300"/>
            </a:xfrm>
            <a:prstGeom prst="rect">
              <a:avLst/>
            </a:prstGeom>
            <a:solidFill>
              <a:srgbClr val="CA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3" name="Google Shape;1563;p18"/>
            <p:cNvSpPr/>
            <p:nvPr/>
          </p:nvSpPr>
          <p:spPr>
            <a:xfrm>
              <a:off x="6604000" y="5086350"/>
              <a:ext cx="69900" cy="57300"/>
            </a:xfrm>
            <a:prstGeom prst="rect">
              <a:avLst/>
            </a:prstGeom>
            <a:solidFill>
              <a:srgbClr val="CB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4" name="Google Shape;1564;p18"/>
            <p:cNvSpPr/>
            <p:nvPr/>
          </p:nvSpPr>
          <p:spPr>
            <a:xfrm>
              <a:off x="6667500" y="5086350"/>
              <a:ext cx="69900" cy="57300"/>
            </a:xfrm>
            <a:prstGeom prst="rect">
              <a:avLst/>
            </a:prstGeom>
            <a:solidFill>
              <a:srgbClr val="CD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5" name="Google Shape;1565;p18"/>
            <p:cNvSpPr/>
            <p:nvPr/>
          </p:nvSpPr>
          <p:spPr>
            <a:xfrm>
              <a:off x="6731000" y="5086350"/>
              <a:ext cx="69900" cy="57300"/>
            </a:xfrm>
            <a:prstGeom prst="rect">
              <a:avLst/>
            </a:prstGeom>
            <a:solidFill>
              <a:srgbClr val="CE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6" name="Google Shape;1566;p18"/>
            <p:cNvSpPr/>
            <p:nvPr/>
          </p:nvSpPr>
          <p:spPr>
            <a:xfrm>
              <a:off x="6794500" y="5086350"/>
              <a:ext cx="69900" cy="573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7" name="Google Shape;1567;p18"/>
            <p:cNvSpPr/>
            <p:nvPr/>
          </p:nvSpPr>
          <p:spPr>
            <a:xfrm>
              <a:off x="6858000" y="5086350"/>
              <a:ext cx="69900" cy="57300"/>
            </a:xfrm>
            <a:prstGeom prst="rect">
              <a:avLst/>
            </a:prstGeom>
            <a:solidFill>
              <a:srgbClr val="D1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8" name="Google Shape;1568;p18"/>
            <p:cNvSpPr/>
            <p:nvPr/>
          </p:nvSpPr>
          <p:spPr>
            <a:xfrm>
              <a:off x="6921500" y="5086350"/>
              <a:ext cx="69900" cy="573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9" name="Google Shape;1569;p18"/>
            <p:cNvSpPr/>
            <p:nvPr/>
          </p:nvSpPr>
          <p:spPr>
            <a:xfrm>
              <a:off x="6985000" y="5086350"/>
              <a:ext cx="69900" cy="57300"/>
            </a:xfrm>
            <a:prstGeom prst="rect">
              <a:avLst/>
            </a:prstGeom>
            <a:solidFill>
              <a:srgbClr val="D3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0" name="Google Shape;1570;p18"/>
            <p:cNvSpPr/>
            <p:nvPr/>
          </p:nvSpPr>
          <p:spPr>
            <a:xfrm>
              <a:off x="7048500" y="5086350"/>
              <a:ext cx="69900" cy="573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1" name="Google Shape;1571;p18"/>
            <p:cNvSpPr/>
            <p:nvPr/>
          </p:nvSpPr>
          <p:spPr>
            <a:xfrm>
              <a:off x="7112000" y="5086350"/>
              <a:ext cx="69900" cy="57300"/>
            </a:xfrm>
            <a:prstGeom prst="rect">
              <a:avLst/>
            </a:prstGeom>
            <a:solidFill>
              <a:srgbClr val="D6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2" name="Google Shape;1572;p18"/>
            <p:cNvSpPr/>
            <p:nvPr/>
          </p:nvSpPr>
          <p:spPr>
            <a:xfrm>
              <a:off x="7175500" y="5086350"/>
              <a:ext cx="69900" cy="57300"/>
            </a:xfrm>
            <a:prstGeom prst="rect">
              <a:avLst/>
            </a:prstGeom>
            <a:solidFill>
              <a:srgbClr val="D75D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3" name="Google Shape;1573;p18"/>
            <p:cNvSpPr/>
            <p:nvPr/>
          </p:nvSpPr>
          <p:spPr>
            <a:xfrm>
              <a:off x="7239000" y="5086350"/>
              <a:ext cx="69900" cy="573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4" name="Google Shape;1574;p18"/>
            <p:cNvSpPr/>
            <p:nvPr/>
          </p:nvSpPr>
          <p:spPr>
            <a:xfrm>
              <a:off x="7302500" y="5086350"/>
              <a:ext cx="69900" cy="57300"/>
            </a:xfrm>
            <a:prstGeom prst="rect">
              <a:avLst/>
            </a:prstGeom>
            <a:solidFill>
              <a:srgbClr val="DA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5" name="Google Shape;1575;p18"/>
            <p:cNvSpPr/>
            <p:nvPr/>
          </p:nvSpPr>
          <p:spPr>
            <a:xfrm>
              <a:off x="7366000" y="5086350"/>
              <a:ext cx="69900" cy="57300"/>
            </a:xfrm>
            <a:prstGeom prst="rect">
              <a:avLst/>
            </a:prstGeom>
            <a:solidFill>
              <a:srgbClr val="DB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6" name="Google Shape;1576;p18"/>
            <p:cNvSpPr/>
            <p:nvPr/>
          </p:nvSpPr>
          <p:spPr>
            <a:xfrm>
              <a:off x="7429500" y="5086350"/>
              <a:ext cx="69900" cy="57300"/>
            </a:xfrm>
            <a:prstGeom prst="rect">
              <a:avLst/>
            </a:prstGeom>
            <a:solidFill>
              <a:srgbClr val="DD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7" name="Google Shape;1577;p18"/>
            <p:cNvSpPr/>
            <p:nvPr/>
          </p:nvSpPr>
          <p:spPr>
            <a:xfrm>
              <a:off x="7493000" y="5086350"/>
              <a:ext cx="69900" cy="57300"/>
            </a:xfrm>
            <a:prstGeom prst="rect">
              <a:avLst/>
            </a:prstGeom>
            <a:solidFill>
              <a:srgbClr val="DE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8" name="Google Shape;1578;p18"/>
            <p:cNvSpPr/>
            <p:nvPr/>
          </p:nvSpPr>
          <p:spPr>
            <a:xfrm>
              <a:off x="7556500" y="5086350"/>
              <a:ext cx="69900" cy="573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9" name="Google Shape;1579;p18"/>
            <p:cNvSpPr/>
            <p:nvPr/>
          </p:nvSpPr>
          <p:spPr>
            <a:xfrm>
              <a:off x="7620000" y="5086350"/>
              <a:ext cx="69900" cy="57300"/>
            </a:xfrm>
            <a:prstGeom prst="rect">
              <a:avLst/>
            </a:prstGeom>
            <a:solidFill>
              <a:srgbClr val="E1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0" name="Google Shape;1580;p18"/>
            <p:cNvSpPr/>
            <p:nvPr/>
          </p:nvSpPr>
          <p:spPr>
            <a:xfrm>
              <a:off x="7683500" y="5086350"/>
              <a:ext cx="69900" cy="573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1" name="Google Shape;1581;p18"/>
            <p:cNvSpPr/>
            <p:nvPr/>
          </p:nvSpPr>
          <p:spPr>
            <a:xfrm>
              <a:off x="7747000" y="5086350"/>
              <a:ext cx="69900" cy="57300"/>
            </a:xfrm>
            <a:prstGeom prst="rect">
              <a:avLst/>
            </a:prstGeom>
            <a:solidFill>
              <a:srgbClr val="E3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2" name="Google Shape;1582;p18"/>
            <p:cNvSpPr/>
            <p:nvPr/>
          </p:nvSpPr>
          <p:spPr>
            <a:xfrm>
              <a:off x="7810500" y="5086350"/>
              <a:ext cx="69900" cy="573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3" name="Google Shape;1583;p18"/>
            <p:cNvSpPr/>
            <p:nvPr/>
          </p:nvSpPr>
          <p:spPr>
            <a:xfrm>
              <a:off x="7874000" y="5086350"/>
              <a:ext cx="69900" cy="57300"/>
            </a:xfrm>
            <a:prstGeom prst="rect">
              <a:avLst/>
            </a:prstGeom>
            <a:solidFill>
              <a:srgbClr val="E6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4" name="Google Shape;1584;p18"/>
            <p:cNvSpPr/>
            <p:nvPr/>
          </p:nvSpPr>
          <p:spPr>
            <a:xfrm>
              <a:off x="7937500" y="5086350"/>
              <a:ext cx="69900" cy="57300"/>
            </a:xfrm>
            <a:prstGeom prst="rect">
              <a:avLst/>
            </a:prstGeom>
            <a:solidFill>
              <a:srgbClr val="E75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5" name="Google Shape;1585;p18"/>
            <p:cNvSpPr/>
            <p:nvPr/>
          </p:nvSpPr>
          <p:spPr>
            <a:xfrm>
              <a:off x="8001000" y="5086350"/>
              <a:ext cx="69900" cy="573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6" name="Google Shape;1586;p18"/>
            <p:cNvSpPr/>
            <p:nvPr/>
          </p:nvSpPr>
          <p:spPr>
            <a:xfrm>
              <a:off x="8064500" y="5086350"/>
              <a:ext cx="69900" cy="57300"/>
            </a:xfrm>
            <a:prstGeom prst="rect">
              <a:avLst/>
            </a:prstGeom>
            <a:solidFill>
              <a:srgbClr val="EA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7" name="Google Shape;1587;p18"/>
            <p:cNvSpPr/>
            <p:nvPr/>
          </p:nvSpPr>
          <p:spPr>
            <a:xfrm>
              <a:off x="8128000" y="5086350"/>
              <a:ext cx="69900" cy="57300"/>
            </a:xfrm>
            <a:prstGeom prst="rect">
              <a:avLst/>
            </a:prstGeom>
            <a:solidFill>
              <a:srgbClr val="EB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8" name="Google Shape;1588;p18"/>
            <p:cNvSpPr/>
            <p:nvPr/>
          </p:nvSpPr>
          <p:spPr>
            <a:xfrm>
              <a:off x="8191500" y="5086350"/>
              <a:ext cx="69900" cy="573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9" name="Google Shape;1589;p18"/>
            <p:cNvSpPr/>
            <p:nvPr/>
          </p:nvSpPr>
          <p:spPr>
            <a:xfrm>
              <a:off x="8255000" y="5086350"/>
              <a:ext cx="69900" cy="57300"/>
            </a:xfrm>
            <a:prstGeom prst="rect">
              <a:avLst/>
            </a:prstGeom>
            <a:solidFill>
              <a:srgbClr val="EE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0" name="Google Shape;1590;p18"/>
            <p:cNvSpPr/>
            <p:nvPr/>
          </p:nvSpPr>
          <p:spPr>
            <a:xfrm>
              <a:off x="8318500" y="5086350"/>
              <a:ext cx="69900" cy="573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1" name="Google Shape;1591;p18"/>
            <p:cNvSpPr/>
            <p:nvPr/>
          </p:nvSpPr>
          <p:spPr>
            <a:xfrm>
              <a:off x="8382000" y="5086350"/>
              <a:ext cx="69900" cy="57300"/>
            </a:xfrm>
            <a:prstGeom prst="rect">
              <a:avLst/>
            </a:prstGeom>
            <a:solidFill>
              <a:srgbClr val="F0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2" name="Google Shape;1592;p18"/>
            <p:cNvSpPr/>
            <p:nvPr/>
          </p:nvSpPr>
          <p:spPr>
            <a:xfrm>
              <a:off x="8445500" y="5086350"/>
              <a:ext cx="69900" cy="57300"/>
            </a:xfrm>
            <a:prstGeom prst="rect">
              <a:avLst/>
            </a:prstGeom>
            <a:solidFill>
              <a:srgbClr val="F25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3" name="Google Shape;1593;p18"/>
            <p:cNvSpPr/>
            <p:nvPr/>
          </p:nvSpPr>
          <p:spPr>
            <a:xfrm>
              <a:off x="8509000" y="5086350"/>
              <a:ext cx="69900" cy="57300"/>
            </a:xfrm>
            <a:prstGeom prst="rect">
              <a:avLst/>
            </a:prstGeom>
            <a:solidFill>
              <a:srgbClr val="F3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4" name="Google Shape;1594;p18"/>
            <p:cNvSpPr/>
            <p:nvPr/>
          </p:nvSpPr>
          <p:spPr>
            <a:xfrm>
              <a:off x="8572500" y="5086350"/>
              <a:ext cx="69900" cy="57300"/>
            </a:xfrm>
            <a:prstGeom prst="rect">
              <a:avLst/>
            </a:prstGeom>
            <a:solidFill>
              <a:srgbClr val="F4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5" name="Google Shape;1595;p18"/>
            <p:cNvSpPr/>
            <p:nvPr/>
          </p:nvSpPr>
          <p:spPr>
            <a:xfrm>
              <a:off x="8636000" y="5086350"/>
              <a:ext cx="69900" cy="57300"/>
            </a:xfrm>
            <a:prstGeom prst="rect">
              <a:avLst/>
            </a:prstGeom>
            <a:solidFill>
              <a:srgbClr val="F6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6" name="Google Shape;1596;p18"/>
            <p:cNvSpPr/>
            <p:nvPr/>
          </p:nvSpPr>
          <p:spPr>
            <a:xfrm>
              <a:off x="8699500" y="5086350"/>
              <a:ext cx="69900" cy="57300"/>
            </a:xfrm>
            <a:prstGeom prst="rect">
              <a:avLst/>
            </a:prstGeom>
            <a:solidFill>
              <a:srgbClr val="F7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7" name="Google Shape;1597;p18"/>
            <p:cNvSpPr/>
            <p:nvPr/>
          </p:nvSpPr>
          <p:spPr>
            <a:xfrm>
              <a:off x="8763000" y="5086350"/>
              <a:ext cx="69900" cy="57300"/>
            </a:xfrm>
            <a:prstGeom prst="rect">
              <a:avLst/>
            </a:prstGeom>
            <a:solidFill>
              <a:srgbClr val="F8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8" name="Google Shape;1598;p18"/>
            <p:cNvSpPr/>
            <p:nvPr/>
          </p:nvSpPr>
          <p:spPr>
            <a:xfrm>
              <a:off x="8826500" y="5086350"/>
              <a:ext cx="69900" cy="57300"/>
            </a:xfrm>
            <a:prstGeom prst="rect">
              <a:avLst/>
            </a:prstGeom>
            <a:solidFill>
              <a:srgbClr val="FA53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9" name="Google Shape;1599;p18"/>
            <p:cNvSpPr/>
            <p:nvPr/>
          </p:nvSpPr>
          <p:spPr>
            <a:xfrm>
              <a:off x="8890000" y="5086350"/>
              <a:ext cx="69900" cy="57300"/>
            </a:xfrm>
            <a:prstGeom prst="rect">
              <a:avLst/>
            </a:prstGeom>
            <a:solidFill>
              <a:srgbClr val="FB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0" name="Google Shape;1600;p18"/>
            <p:cNvSpPr/>
            <p:nvPr/>
          </p:nvSpPr>
          <p:spPr>
            <a:xfrm>
              <a:off x="8953500" y="5086350"/>
              <a:ext cx="69900" cy="573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1" name="Google Shape;1601;p18"/>
            <p:cNvSpPr/>
            <p:nvPr/>
          </p:nvSpPr>
          <p:spPr>
            <a:xfrm>
              <a:off x="9017000" y="5086350"/>
              <a:ext cx="69900" cy="57300"/>
            </a:xfrm>
            <a:prstGeom prst="rect">
              <a:avLst/>
            </a:prstGeom>
            <a:solidFill>
              <a:srgbClr val="FE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2" name="Google Shape;1602;p18"/>
            <p:cNvSpPr/>
            <p:nvPr/>
          </p:nvSpPr>
          <p:spPr>
            <a:xfrm>
              <a:off x="9080500" y="5086350"/>
              <a:ext cx="69900" cy="573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603" name="Google Shape;1603;p18"/>
          <p:cNvSpPr txBox="1"/>
          <p:nvPr/>
        </p:nvSpPr>
        <p:spPr>
          <a:xfrm>
            <a:off x="8524875" y="4867275"/>
            <a:ext cx="476400" cy="19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1100">
                <a:solidFill>
                  <a:srgbClr val="6D17EE"/>
                </a:solidFill>
                <a:latin typeface="Noto Sans JP"/>
                <a:ea typeface="Noto Sans JP"/>
                <a:cs typeface="Noto Sans JP"/>
                <a:sym typeface="Noto Sans JP"/>
              </a:rPr>
              <a:t>7</a:t>
            </a:r>
            <a:endParaRPr sz="1100">
              <a:solidFill>
                <a:srgbClr val="6D17EE"/>
              </a:solidFill>
              <a:latin typeface="Noto Sans JP"/>
              <a:ea typeface="Noto Sans JP"/>
              <a:cs typeface="Noto Sans JP"/>
              <a:sym typeface="Noto Sans JP"/>
            </a:endParaRPr>
          </a:p>
        </p:txBody>
      </p:sp>
      <p:pic>
        <p:nvPicPr>
          <p:cNvPr id="1604" name="Google Shape;1604;p18" title="logo_Google_for_Education_lockup_horizontal_RGB.png"/>
          <p:cNvPicPr preferRelativeResize="0"/>
          <p:nvPr/>
        </p:nvPicPr>
        <p:blipFill>
          <a:blip r:embed="rId3">
            <a:alphaModFix/>
          </a:blip>
          <a:stretch>
            <a:fillRect/>
          </a:stretch>
        </p:blipFill>
        <p:spPr>
          <a:xfrm>
            <a:off x="5985150" y="323750"/>
            <a:ext cx="2608101" cy="591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8" name="Shape 1608"/>
        <p:cNvGrpSpPr/>
        <p:nvPr/>
      </p:nvGrpSpPr>
      <p:grpSpPr>
        <a:xfrm>
          <a:off x="0" y="0"/>
          <a:ext cx="0" cy="0"/>
          <a:chOff x="0" y="0"/>
          <a:chExt cx="0" cy="0"/>
        </a:xfrm>
      </p:grpSpPr>
      <p:sp>
        <p:nvSpPr>
          <p:cNvPr id="1609" name="Google Shape;1609;p19"/>
          <p:cNvSpPr txBox="1"/>
          <p:nvPr/>
        </p:nvSpPr>
        <p:spPr>
          <a:xfrm>
            <a:off x="238125" y="298500"/>
            <a:ext cx="7905900" cy="30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rgbClr val="333333"/>
                </a:solidFill>
                <a:latin typeface="Noto Sans JP"/>
                <a:ea typeface="Noto Sans JP"/>
                <a:cs typeface="Noto Sans JP"/>
                <a:sym typeface="Noto Sans JP"/>
              </a:rPr>
              <a:t>授業に使える推奨デジタル教材</a:t>
            </a:r>
            <a:endParaRPr b="1" sz="2400">
              <a:solidFill>
                <a:srgbClr val="333333"/>
              </a:solidFill>
              <a:latin typeface="Noto Sans JP"/>
              <a:ea typeface="Noto Sans JP"/>
              <a:cs typeface="Noto Sans JP"/>
              <a:sym typeface="Noto Sans JP"/>
            </a:endParaRPr>
          </a:p>
        </p:txBody>
      </p:sp>
      <p:grpSp>
        <p:nvGrpSpPr>
          <p:cNvPr id="1610" name="Google Shape;1610;p19"/>
          <p:cNvGrpSpPr/>
          <p:nvPr/>
        </p:nvGrpSpPr>
        <p:grpSpPr>
          <a:xfrm>
            <a:off x="238125" y="762000"/>
            <a:ext cx="4394200" cy="38100"/>
            <a:chOff x="238125" y="762000"/>
            <a:chExt cx="4394200" cy="38100"/>
          </a:xfrm>
        </p:grpSpPr>
        <p:sp>
          <p:nvSpPr>
            <p:cNvPr id="1611" name="Google Shape;1611;p19"/>
            <p:cNvSpPr/>
            <p:nvPr/>
          </p:nvSpPr>
          <p:spPr>
            <a:xfrm>
              <a:off x="238125" y="762000"/>
              <a:ext cx="38100" cy="38100"/>
            </a:xfrm>
            <a:prstGeom prst="ellipse">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2" name="Google Shape;1612;p19"/>
            <p:cNvSpPr/>
            <p:nvPr/>
          </p:nvSpPr>
          <p:spPr>
            <a:xfrm>
              <a:off x="4594225" y="762000"/>
              <a:ext cx="38100" cy="38100"/>
            </a:xfrm>
            <a:prstGeom prst="ellipse">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613" name="Google Shape;1613;p19"/>
            <p:cNvGrpSpPr/>
            <p:nvPr/>
          </p:nvGrpSpPr>
          <p:grpSpPr>
            <a:xfrm>
              <a:off x="257175" y="762000"/>
              <a:ext cx="4356039" cy="38100"/>
              <a:chOff x="25400000" y="0"/>
              <a:chExt cx="3816400" cy="38100"/>
            </a:xfrm>
          </p:grpSpPr>
          <p:sp>
            <p:nvSpPr>
              <p:cNvPr id="1614" name="Google Shape;1614;p19"/>
              <p:cNvSpPr/>
              <p:nvPr/>
            </p:nvSpPr>
            <p:spPr>
              <a:xfrm>
                <a:off x="25400000" y="0"/>
                <a:ext cx="699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5" name="Google Shape;1615;p19"/>
              <p:cNvSpPr/>
              <p:nvPr/>
            </p:nvSpPr>
            <p:spPr>
              <a:xfrm>
                <a:off x="25463500" y="0"/>
                <a:ext cx="69900" cy="381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6" name="Google Shape;1616;p19"/>
              <p:cNvSpPr/>
              <p:nvPr/>
            </p:nvSpPr>
            <p:spPr>
              <a:xfrm>
                <a:off x="25527000" y="0"/>
                <a:ext cx="69900" cy="38100"/>
              </a:xfrm>
              <a:prstGeom prst="rect">
                <a:avLst/>
              </a:prstGeom>
              <a:solidFill>
                <a:srgbClr val="48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7" name="Google Shape;1617;p19"/>
              <p:cNvSpPr/>
              <p:nvPr/>
            </p:nvSpPr>
            <p:spPr>
              <a:xfrm>
                <a:off x="25590500" y="0"/>
                <a:ext cx="69900" cy="38100"/>
              </a:xfrm>
              <a:prstGeom prst="rect">
                <a:avLst/>
              </a:prstGeom>
              <a:solidFill>
                <a:srgbClr val="4C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8" name="Google Shape;1618;p19"/>
              <p:cNvSpPr/>
              <p:nvPr/>
            </p:nvSpPr>
            <p:spPr>
              <a:xfrm>
                <a:off x="25654000" y="0"/>
                <a:ext cx="69900" cy="38100"/>
              </a:xfrm>
              <a:prstGeom prst="rect">
                <a:avLst/>
              </a:prstGeom>
              <a:solidFill>
                <a:srgbClr val="4F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9" name="Google Shape;1619;p19"/>
              <p:cNvSpPr/>
              <p:nvPr/>
            </p:nvSpPr>
            <p:spPr>
              <a:xfrm>
                <a:off x="25717500" y="0"/>
                <a:ext cx="69900" cy="381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0" name="Google Shape;1620;p19"/>
              <p:cNvSpPr/>
              <p:nvPr/>
            </p:nvSpPr>
            <p:spPr>
              <a:xfrm>
                <a:off x="25781000" y="0"/>
                <a:ext cx="69900" cy="381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1" name="Google Shape;1621;p19"/>
              <p:cNvSpPr/>
              <p:nvPr/>
            </p:nvSpPr>
            <p:spPr>
              <a:xfrm>
                <a:off x="25844500" y="0"/>
                <a:ext cx="69900" cy="381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2" name="Google Shape;1622;p19"/>
              <p:cNvSpPr/>
              <p:nvPr/>
            </p:nvSpPr>
            <p:spPr>
              <a:xfrm>
                <a:off x="25908000" y="0"/>
                <a:ext cx="69900" cy="381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3" name="Google Shape;1623;p19"/>
              <p:cNvSpPr/>
              <p:nvPr/>
            </p:nvSpPr>
            <p:spPr>
              <a:xfrm>
                <a:off x="25971500" y="0"/>
                <a:ext cx="69900" cy="381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4" name="Google Shape;1624;p19"/>
              <p:cNvSpPr/>
              <p:nvPr/>
            </p:nvSpPr>
            <p:spPr>
              <a:xfrm>
                <a:off x="26035000" y="0"/>
                <a:ext cx="69900" cy="381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5" name="Google Shape;1625;p19"/>
              <p:cNvSpPr/>
              <p:nvPr/>
            </p:nvSpPr>
            <p:spPr>
              <a:xfrm>
                <a:off x="26098500" y="0"/>
                <a:ext cx="69900" cy="38100"/>
              </a:xfrm>
              <a:prstGeom prst="rect">
                <a:avLst/>
              </a:prstGeom>
              <a:solidFill>
                <a:srgbClr val="65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6" name="Google Shape;1626;p19"/>
              <p:cNvSpPr/>
              <p:nvPr/>
            </p:nvSpPr>
            <p:spPr>
              <a:xfrm>
                <a:off x="26162000" y="0"/>
                <a:ext cx="69900" cy="381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7" name="Google Shape;1627;p19"/>
              <p:cNvSpPr/>
              <p:nvPr/>
            </p:nvSpPr>
            <p:spPr>
              <a:xfrm>
                <a:off x="26225500" y="0"/>
                <a:ext cx="69900" cy="381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8" name="Google Shape;1628;p19"/>
              <p:cNvSpPr/>
              <p:nvPr/>
            </p:nvSpPr>
            <p:spPr>
              <a:xfrm>
                <a:off x="26289000" y="0"/>
                <a:ext cx="69900" cy="381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9" name="Google Shape;1629;p19"/>
              <p:cNvSpPr/>
              <p:nvPr/>
            </p:nvSpPr>
            <p:spPr>
              <a:xfrm>
                <a:off x="26352500" y="0"/>
                <a:ext cx="69900" cy="381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0" name="Google Shape;1630;p19"/>
              <p:cNvSpPr/>
              <p:nvPr/>
            </p:nvSpPr>
            <p:spPr>
              <a:xfrm>
                <a:off x="26416000" y="0"/>
                <a:ext cx="69900" cy="38100"/>
              </a:xfrm>
              <a:prstGeom prst="rect">
                <a:avLst/>
              </a:prstGeom>
              <a:solidFill>
                <a:srgbClr val="75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1" name="Google Shape;1631;p19"/>
              <p:cNvSpPr/>
              <p:nvPr/>
            </p:nvSpPr>
            <p:spPr>
              <a:xfrm>
                <a:off x="26479500" y="0"/>
                <a:ext cx="69900" cy="381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2" name="Google Shape;1632;p19"/>
              <p:cNvSpPr/>
              <p:nvPr/>
            </p:nvSpPr>
            <p:spPr>
              <a:xfrm>
                <a:off x="26543000" y="0"/>
                <a:ext cx="69900" cy="381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3" name="Google Shape;1633;p19"/>
              <p:cNvSpPr/>
              <p:nvPr/>
            </p:nvSpPr>
            <p:spPr>
              <a:xfrm>
                <a:off x="26606500" y="0"/>
                <a:ext cx="69900" cy="381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4" name="Google Shape;1634;p19"/>
              <p:cNvSpPr/>
              <p:nvPr/>
            </p:nvSpPr>
            <p:spPr>
              <a:xfrm>
                <a:off x="26670000" y="0"/>
                <a:ext cx="69900" cy="38100"/>
              </a:xfrm>
              <a:prstGeom prst="rect">
                <a:avLst/>
              </a:prstGeom>
              <a:solidFill>
                <a:srgbClr val="82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5" name="Google Shape;1635;p19"/>
              <p:cNvSpPr/>
              <p:nvPr/>
            </p:nvSpPr>
            <p:spPr>
              <a:xfrm>
                <a:off x="26733500" y="0"/>
                <a:ext cx="69900" cy="381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6" name="Google Shape;1636;p19"/>
              <p:cNvSpPr/>
              <p:nvPr/>
            </p:nvSpPr>
            <p:spPr>
              <a:xfrm>
                <a:off x="26797000" y="0"/>
                <a:ext cx="69900" cy="381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7" name="Google Shape;1637;p19"/>
              <p:cNvSpPr/>
              <p:nvPr/>
            </p:nvSpPr>
            <p:spPr>
              <a:xfrm>
                <a:off x="26860500" y="0"/>
                <a:ext cx="69900" cy="381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8" name="Google Shape;1638;p19"/>
              <p:cNvSpPr/>
              <p:nvPr/>
            </p:nvSpPr>
            <p:spPr>
              <a:xfrm>
                <a:off x="26924000" y="0"/>
                <a:ext cx="69900" cy="381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9" name="Google Shape;1639;p19"/>
              <p:cNvSpPr/>
              <p:nvPr/>
            </p:nvSpPr>
            <p:spPr>
              <a:xfrm>
                <a:off x="26987500" y="0"/>
                <a:ext cx="69900" cy="38100"/>
              </a:xfrm>
              <a:prstGeom prst="rect">
                <a:avLst/>
              </a:prstGeom>
              <a:solidFill>
                <a:srgbClr val="92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0" name="Google Shape;1640;p19"/>
              <p:cNvSpPr/>
              <p:nvPr/>
            </p:nvSpPr>
            <p:spPr>
              <a:xfrm>
                <a:off x="27051000" y="0"/>
                <a:ext cx="69900" cy="381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1" name="Google Shape;1641;p19"/>
              <p:cNvSpPr/>
              <p:nvPr/>
            </p:nvSpPr>
            <p:spPr>
              <a:xfrm>
                <a:off x="27114500" y="0"/>
                <a:ext cx="69900" cy="381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2" name="Google Shape;1642;p19"/>
              <p:cNvSpPr/>
              <p:nvPr/>
            </p:nvSpPr>
            <p:spPr>
              <a:xfrm>
                <a:off x="27178000" y="0"/>
                <a:ext cx="69900" cy="381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3" name="Google Shape;1643;p19"/>
              <p:cNvSpPr/>
              <p:nvPr/>
            </p:nvSpPr>
            <p:spPr>
              <a:xfrm>
                <a:off x="27241500" y="0"/>
                <a:ext cx="69900" cy="381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4" name="Google Shape;1644;p19"/>
              <p:cNvSpPr/>
              <p:nvPr/>
            </p:nvSpPr>
            <p:spPr>
              <a:xfrm>
                <a:off x="27305000" y="0"/>
                <a:ext cx="69900" cy="381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5" name="Google Shape;1645;p19"/>
              <p:cNvSpPr/>
              <p:nvPr/>
            </p:nvSpPr>
            <p:spPr>
              <a:xfrm>
                <a:off x="27368500" y="0"/>
                <a:ext cx="69900" cy="381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6" name="Google Shape;1646;p19"/>
              <p:cNvSpPr/>
              <p:nvPr/>
            </p:nvSpPr>
            <p:spPr>
              <a:xfrm>
                <a:off x="27432000" y="0"/>
                <a:ext cx="69900" cy="381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7" name="Google Shape;1647;p19"/>
              <p:cNvSpPr/>
              <p:nvPr/>
            </p:nvSpPr>
            <p:spPr>
              <a:xfrm>
                <a:off x="27495500" y="0"/>
                <a:ext cx="69900" cy="381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8" name="Google Shape;1648;p19"/>
              <p:cNvSpPr/>
              <p:nvPr/>
            </p:nvSpPr>
            <p:spPr>
              <a:xfrm>
                <a:off x="27559000" y="0"/>
                <a:ext cx="69900" cy="38100"/>
              </a:xfrm>
              <a:prstGeom prst="rect">
                <a:avLst/>
              </a:prstGeom>
              <a:solidFill>
                <a:srgbClr val="AF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9" name="Google Shape;1649;p19"/>
              <p:cNvSpPr/>
              <p:nvPr/>
            </p:nvSpPr>
            <p:spPr>
              <a:xfrm>
                <a:off x="27622500" y="0"/>
                <a:ext cx="69900" cy="381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0" name="Google Shape;1650;p19"/>
              <p:cNvSpPr/>
              <p:nvPr/>
            </p:nvSpPr>
            <p:spPr>
              <a:xfrm>
                <a:off x="27686000" y="0"/>
                <a:ext cx="69900" cy="381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1" name="Google Shape;1651;p19"/>
              <p:cNvSpPr/>
              <p:nvPr/>
            </p:nvSpPr>
            <p:spPr>
              <a:xfrm>
                <a:off x="27749500" y="0"/>
                <a:ext cx="69900" cy="381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2" name="Google Shape;1652;p19"/>
              <p:cNvSpPr/>
              <p:nvPr/>
            </p:nvSpPr>
            <p:spPr>
              <a:xfrm>
                <a:off x="27813000" y="0"/>
                <a:ext cx="69900" cy="381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3" name="Google Shape;1653;p19"/>
              <p:cNvSpPr/>
              <p:nvPr/>
            </p:nvSpPr>
            <p:spPr>
              <a:xfrm>
                <a:off x="27876500" y="0"/>
                <a:ext cx="69900" cy="38100"/>
              </a:xfrm>
              <a:prstGeom prst="rect">
                <a:avLst/>
              </a:prstGeom>
              <a:solidFill>
                <a:srgbClr val="BF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4" name="Google Shape;1654;p19"/>
              <p:cNvSpPr/>
              <p:nvPr/>
            </p:nvSpPr>
            <p:spPr>
              <a:xfrm>
                <a:off x="27940000" y="0"/>
                <a:ext cx="69900" cy="381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5" name="Google Shape;1655;p19"/>
              <p:cNvSpPr/>
              <p:nvPr/>
            </p:nvSpPr>
            <p:spPr>
              <a:xfrm>
                <a:off x="28003500" y="0"/>
                <a:ext cx="69900" cy="381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6" name="Google Shape;1656;p19"/>
              <p:cNvSpPr/>
              <p:nvPr/>
            </p:nvSpPr>
            <p:spPr>
              <a:xfrm>
                <a:off x="28067000" y="0"/>
                <a:ext cx="69900" cy="381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7" name="Google Shape;1657;p19"/>
              <p:cNvSpPr/>
              <p:nvPr/>
            </p:nvSpPr>
            <p:spPr>
              <a:xfrm>
                <a:off x="28130500" y="0"/>
                <a:ext cx="69900" cy="38100"/>
              </a:xfrm>
              <a:prstGeom prst="rect">
                <a:avLst/>
              </a:prstGeom>
              <a:solidFill>
                <a:srgbClr val="CC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8" name="Google Shape;1658;p19"/>
              <p:cNvSpPr/>
              <p:nvPr/>
            </p:nvSpPr>
            <p:spPr>
              <a:xfrm>
                <a:off x="28194000" y="0"/>
                <a:ext cx="69900" cy="381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9" name="Google Shape;1659;p19"/>
              <p:cNvSpPr/>
              <p:nvPr/>
            </p:nvSpPr>
            <p:spPr>
              <a:xfrm>
                <a:off x="28257500" y="0"/>
                <a:ext cx="69900" cy="381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0" name="Google Shape;1660;p19"/>
              <p:cNvSpPr/>
              <p:nvPr/>
            </p:nvSpPr>
            <p:spPr>
              <a:xfrm>
                <a:off x="28321000" y="0"/>
                <a:ext cx="69900" cy="381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1" name="Google Shape;1661;p19"/>
              <p:cNvSpPr/>
              <p:nvPr/>
            </p:nvSpPr>
            <p:spPr>
              <a:xfrm>
                <a:off x="28384500" y="0"/>
                <a:ext cx="69900" cy="381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2" name="Google Shape;1662;p19"/>
              <p:cNvSpPr/>
              <p:nvPr/>
            </p:nvSpPr>
            <p:spPr>
              <a:xfrm>
                <a:off x="28448000" y="0"/>
                <a:ext cx="69900" cy="38100"/>
              </a:xfrm>
              <a:prstGeom prst="rect">
                <a:avLst/>
              </a:prstGeom>
              <a:solidFill>
                <a:srgbClr val="DC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3" name="Google Shape;1663;p19"/>
              <p:cNvSpPr/>
              <p:nvPr/>
            </p:nvSpPr>
            <p:spPr>
              <a:xfrm>
                <a:off x="28511500" y="0"/>
                <a:ext cx="69900" cy="381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4" name="Google Shape;1664;p19"/>
              <p:cNvSpPr/>
              <p:nvPr/>
            </p:nvSpPr>
            <p:spPr>
              <a:xfrm>
                <a:off x="28575000" y="0"/>
                <a:ext cx="69900" cy="381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5" name="Google Shape;1665;p19"/>
              <p:cNvSpPr/>
              <p:nvPr/>
            </p:nvSpPr>
            <p:spPr>
              <a:xfrm>
                <a:off x="28638500" y="0"/>
                <a:ext cx="69900" cy="381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6" name="Google Shape;1666;p19"/>
              <p:cNvSpPr/>
              <p:nvPr/>
            </p:nvSpPr>
            <p:spPr>
              <a:xfrm>
                <a:off x="28702000" y="0"/>
                <a:ext cx="69900" cy="381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7" name="Google Shape;1667;p19"/>
              <p:cNvSpPr/>
              <p:nvPr/>
            </p:nvSpPr>
            <p:spPr>
              <a:xfrm>
                <a:off x="28765500" y="0"/>
                <a:ext cx="69900" cy="381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8" name="Google Shape;1668;p19"/>
              <p:cNvSpPr/>
              <p:nvPr/>
            </p:nvSpPr>
            <p:spPr>
              <a:xfrm>
                <a:off x="28829000" y="0"/>
                <a:ext cx="69900" cy="381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9" name="Google Shape;1669;p19"/>
              <p:cNvSpPr/>
              <p:nvPr/>
            </p:nvSpPr>
            <p:spPr>
              <a:xfrm>
                <a:off x="28892500" y="0"/>
                <a:ext cx="69900" cy="38100"/>
              </a:xfrm>
              <a:prstGeom prst="rect">
                <a:avLst/>
              </a:prstGeom>
              <a:solidFill>
                <a:srgbClr val="F2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0" name="Google Shape;1670;p19"/>
              <p:cNvSpPr/>
              <p:nvPr/>
            </p:nvSpPr>
            <p:spPr>
              <a:xfrm>
                <a:off x="28956000" y="0"/>
                <a:ext cx="69900" cy="38100"/>
              </a:xfrm>
              <a:prstGeom prst="rect">
                <a:avLst/>
              </a:prstGeom>
              <a:solidFill>
                <a:srgbClr val="F5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1" name="Google Shape;1671;p19"/>
              <p:cNvSpPr/>
              <p:nvPr/>
            </p:nvSpPr>
            <p:spPr>
              <a:xfrm>
                <a:off x="29019500" y="0"/>
                <a:ext cx="69900" cy="38100"/>
              </a:xfrm>
              <a:prstGeom prst="rect">
                <a:avLst/>
              </a:prstGeom>
              <a:solidFill>
                <a:srgbClr val="F9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2" name="Google Shape;1672;p19"/>
              <p:cNvSpPr/>
              <p:nvPr/>
            </p:nvSpPr>
            <p:spPr>
              <a:xfrm>
                <a:off x="29083000" y="0"/>
                <a:ext cx="69900" cy="381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3" name="Google Shape;1673;p19"/>
              <p:cNvSpPr/>
              <p:nvPr/>
            </p:nvSpPr>
            <p:spPr>
              <a:xfrm>
                <a:off x="29146500" y="0"/>
                <a:ext cx="69900" cy="381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674" name="Google Shape;1674;p19"/>
          <p:cNvSpPr txBox="1"/>
          <p:nvPr/>
        </p:nvSpPr>
        <p:spPr>
          <a:xfrm>
            <a:off x="238125" y="857250"/>
            <a:ext cx="62766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rgbClr val="333333"/>
                </a:solidFill>
                <a:latin typeface="Noto Sans JP"/>
                <a:ea typeface="Noto Sans JP"/>
                <a:cs typeface="Noto Sans JP"/>
                <a:sym typeface="Noto Sans JP"/>
              </a:rPr>
              <a:t>特別なツールを使わなくても身近なデータで十分に対応可能です</a:t>
            </a:r>
            <a:endParaRPr sz="1600">
              <a:solidFill>
                <a:srgbClr val="333333"/>
              </a:solidFill>
              <a:latin typeface="Noto Sans JP"/>
              <a:ea typeface="Noto Sans JP"/>
              <a:cs typeface="Noto Sans JP"/>
              <a:sym typeface="Noto Sans JP"/>
            </a:endParaRPr>
          </a:p>
        </p:txBody>
      </p:sp>
      <p:sp>
        <p:nvSpPr>
          <p:cNvPr id="1675" name="Google Shape;1675;p19"/>
          <p:cNvSpPr/>
          <p:nvPr/>
        </p:nvSpPr>
        <p:spPr>
          <a:xfrm>
            <a:off x="238125" y="1485900"/>
            <a:ext cx="2787600" cy="1543200"/>
          </a:xfrm>
          <a:prstGeom prst="roundRect">
            <a:avLst>
              <a:gd fmla="val 16667" name="adj"/>
            </a:avLst>
          </a:prstGeom>
          <a:solidFill>
            <a:srgbClr val="FEFEFE"/>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600">
                <a:solidFill>
                  <a:srgbClr val="1F2937"/>
                </a:solidFill>
                <a:latin typeface="Noto Sans JP"/>
                <a:ea typeface="Noto Sans JP"/>
                <a:cs typeface="Noto Sans JP"/>
                <a:sym typeface="Noto Sans JP"/>
              </a:rPr>
              <a:t>Googleスライド</a:t>
            </a:r>
            <a:endParaRPr b="1" sz="1600">
              <a:solidFill>
                <a:srgbClr val="1F2937"/>
              </a:solidFill>
              <a:latin typeface="Noto Sans JP"/>
              <a:ea typeface="Noto Sans JP"/>
              <a:cs typeface="Noto Sans JP"/>
              <a:sym typeface="Noto Sans JP"/>
            </a:endParaRPr>
          </a:p>
          <a:p>
            <a:pPr indent="0" lvl="0" marL="0" rtl="0" algn="ctr">
              <a:spcBef>
                <a:spcPts val="0"/>
              </a:spcBef>
              <a:spcAft>
                <a:spcPts val="0"/>
              </a:spcAft>
              <a:buNone/>
            </a:pPr>
            <a:r>
              <a:t/>
            </a:r>
            <a:endParaRPr sz="1600">
              <a:solidFill>
                <a:srgbClr val="1F2937"/>
              </a:solidFill>
              <a:latin typeface="Noto Sans JP"/>
              <a:ea typeface="Noto Sans JP"/>
              <a:cs typeface="Noto Sans JP"/>
              <a:sym typeface="Noto Sans JP"/>
            </a:endParaRPr>
          </a:p>
          <a:p>
            <a:pPr indent="0" lvl="0" marL="0" rtl="0" algn="ctr">
              <a:spcBef>
                <a:spcPts val="0"/>
              </a:spcBef>
              <a:spcAft>
                <a:spcPts val="0"/>
              </a:spcAft>
              <a:buNone/>
            </a:pPr>
            <a:r>
              <a:rPr lang="ja" sz="1600">
                <a:solidFill>
                  <a:srgbClr val="1F2937"/>
                </a:solidFill>
                <a:latin typeface="Noto Sans JP"/>
                <a:ea typeface="Noto Sans JP"/>
                <a:cs typeface="Noto Sans JP"/>
                <a:sym typeface="Noto Sans JP"/>
              </a:rPr>
              <a:t>クラウド上で手軽に作成・編集ができ画面共有に</a:t>
            </a:r>
            <a:br>
              <a:rPr lang="ja" sz="1600">
                <a:solidFill>
                  <a:srgbClr val="1F2937"/>
                </a:solidFill>
                <a:latin typeface="Noto Sans JP"/>
                <a:ea typeface="Noto Sans JP"/>
                <a:cs typeface="Noto Sans JP"/>
                <a:sym typeface="Noto Sans JP"/>
              </a:rPr>
            </a:br>
            <a:r>
              <a:rPr lang="ja" sz="1600">
                <a:solidFill>
                  <a:srgbClr val="1F2937"/>
                </a:solidFill>
                <a:latin typeface="Noto Sans JP"/>
                <a:ea typeface="Noto Sans JP"/>
                <a:cs typeface="Noto Sans JP"/>
                <a:sym typeface="Noto Sans JP"/>
              </a:rPr>
              <a:t>最も適したツール</a:t>
            </a:r>
            <a:endParaRPr sz="1600">
              <a:solidFill>
                <a:srgbClr val="1F2937"/>
              </a:solidFill>
              <a:latin typeface="Noto Sans JP"/>
              <a:ea typeface="Noto Sans JP"/>
              <a:cs typeface="Noto Sans JP"/>
              <a:sym typeface="Noto Sans JP"/>
            </a:endParaRPr>
          </a:p>
        </p:txBody>
      </p:sp>
      <p:sp>
        <p:nvSpPr>
          <p:cNvPr id="1676" name="Google Shape;1676;p19"/>
          <p:cNvSpPr/>
          <p:nvPr/>
        </p:nvSpPr>
        <p:spPr>
          <a:xfrm>
            <a:off x="3178175" y="1485900"/>
            <a:ext cx="2787600" cy="1543200"/>
          </a:xfrm>
          <a:prstGeom prst="roundRect">
            <a:avLst>
              <a:gd fmla="val 16667" name="adj"/>
            </a:avLst>
          </a:prstGeom>
          <a:solidFill>
            <a:srgbClr val="FEFEFE"/>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600">
                <a:solidFill>
                  <a:srgbClr val="1F2937"/>
                </a:solidFill>
                <a:latin typeface="Noto Sans JP"/>
                <a:ea typeface="Noto Sans JP"/>
                <a:cs typeface="Noto Sans JP"/>
                <a:sym typeface="Noto Sans JP"/>
              </a:rPr>
              <a:t>Canvaプレゼン</a:t>
            </a:r>
            <a:endParaRPr b="1" sz="1600">
              <a:solidFill>
                <a:srgbClr val="1F2937"/>
              </a:solidFill>
              <a:latin typeface="Noto Sans JP"/>
              <a:ea typeface="Noto Sans JP"/>
              <a:cs typeface="Noto Sans JP"/>
              <a:sym typeface="Noto Sans JP"/>
            </a:endParaRPr>
          </a:p>
          <a:p>
            <a:pPr indent="0" lvl="0" marL="0" rtl="0" algn="ctr">
              <a:spcBef>
                <a:spcPts val="0"/>
              </a:spcBef>
              <a:spcAft>
                <a:spcPts val="0"/>
              </a:spcAft>
              <a:buNone/>
            </a:pPr>
            <a:r>
              <a:t/>
            </a:r>
            <a:endParaRPr sz="1600">
              <a:solidFill>
                <a:srgbClr val="1F2937"/>
              </a:solidFill>
              <a:latin typeface="Noto Sans JP"/>
              <a:ea typeface="Noto Sans JP"/>
              <a:cs typeface="Noto Sans JP"/>
              <a:sym typeface="Noto Sans JP"/>
            </a:endParaRPr>
          </a:p>
          <a:p>
            <a:pPr indent="0" lvl="0" marL="0" rtl="0" algn="ctr">
              <a:spcBef>
                <a:spcPts val="0"/>
              </a:spcBef>
              <a:spcAft>
                <a:spcPts val="0"/>
              </a:spcAft>
              <a:buNone/>
            </a:pPr>
            <a:r>
              <a:rPr lang="ja" sz="1600">
                <a:solidFill>
                  <a:srgbClr val="1F2937"/>
                </a:solidFill>
                <a:latin typeface="Noto Sans JP"/>
                <a:ea typeface="Noto Sans JP"/>
                <a:cs typeface="Noto Sans JP"/>
                <a:sym typeface="Noto Sans JP"/>
              </a:rPr>
              <a:t>豊富なデザインテンプレートを活用した</a:t>
            </a:r>
            <a:br>
              <a:rPr lang="ja" sz="1600">
                <a:solidFill>
                  <a:srgbClr val="1F2937"/>
                </a:solidFill>
                <a:latin typeface="Noto Sans JP"/>
                <a:ea typeface="Noto Sans JP"/>
                <a:cs typeface="Noto Sans JP"/>
                <a:sym typeface="Noto Sans JP"/>
              </a:rPr>
            </a:br>
            <a:r>
              <a:rPr lang="ja" sz="1600">
                <a:solidFill>
                  <a:srgbClr val="1F2937"/>
                </a:solidFill>
                <a:latin typeface="Noto Sans JP"/>
                <a:ea typeface="Noto Sans JP"/>
                <a:cs typeface="Noto Sans JP"/>
                <a:sym typeface="Noto Sans JP"/>
              </a:rPr>
              <a:t>視覚効果の高い教材資料</a:t>
            </a:r>
            <a:endParaRPr sz="1600">
              <a:solidFill>
                <a:srgbClr val="1F2937"/>
              </a:solidFill>
              <a:latin typeface="Noto Sans JP"/>
              <a:ea typeface="Noto Sans JP"/>
              <a:cs typeface="Noto Sans JP"/>
              <a:sym typeface="Noto Sans JP"/>
            </a:endParaRPr>
          </a:p>
        </p:txBody>
      </p:sp>
      <p:sp>
        <p:nvSpPr>
          <p:cNvPr id="1677" name="Google Shape;1677;p19"/>
          <p:cNvSpPr/>
          <p:nvPr/>
        </p:nvSpPr>
        <p:spPr>
          <a:xfrm>
            <a:off x="6118225" y="1485900"/>
            <a:ext cx="2787600" cy="1543200"/>
          </a:xfrm>
          <a:prstGeom prst="roundRect">
            <a:avLst>
              <a:gd fmla="val 16667" name="adj"/>
            </a:avLst>
          </a:prstGeom>
          <a:solidFill>
            <a:srgbClr val="FEFEFE"/>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600">
                <a:solidFill>
                  <a:srgbClr val="1F2937"/>
                </a:solidFill>
                <a:latin typeface="Noto Sans JP"/>
                <a:ea typeface="Noto Sans JP"/>
                <a:cs typeface="Noto Sans JP"/>
                <a:sym typeface="Noto Sans JP"/>
              </a:rPr>
              <a:t>PDF / ドキュメント</a:t>
            </a:r>
            <a:endParaRPr b="1" sz="1600">
              <a:solidFill>
                <a:srgbClr val="1F2937"/>
              </a:solidFill>
              <a:latin typeface="Noto Sans JP"/>
              <a:ea typeface="Noto Sans JP"/>
              <a:cs typeface="Noto Sans JP"/>
              <a:sym typeface="Noto Sans JP"/>
            </a:endParaRPr>
          </a:p>
          <a:p>
            <a:pPr indent="0" lvl="0" marL="0" rtl="0" algn="ctr">
              <a:spcBef>
                <a:spcPts val="0"/>
              </a:spcBef>
              <a:spcAft>
                <a:spcPts val="0"/>
              </a:spcAft>
              <a:buNone/>
            </a:pPr>
            <a:r>
              <a:t/>
            </a:r>
            <a:endParaRPr sz="1600">
              <a:solidFill>
                <a:srgbClr val="1F2937"/>
              </a:solidFill>
              <a:latin typeface="Noto Sans JP"/>
              <a:ea typeface="Noto Sans JP"/>
              <a:cs typeface="Noto Sans JP"/>
              <a:sym typeface="Noto Sans JP"/>
            </a:endParaRPr>
          </a:p>
          <a:p>
            <a:pPr indent="0" lvl="0" marL="0" rtl="0" algn="ctr">
              <a:spcBef>
                <a:spcPts val="0"/>
              </a:spcBef>
              <a:spcAft>
                <a:spcPts val="0"/>
              </a:spcAft>
              <a:buNone/>
            </a:pPr>
            <a:r>
              <a:rPr lang="ja" sz="1600">
                <a:solidFill>
                  <a:srgbClr val="1F2937"/>
                </a:solidFill>
                <a:latin typeface="Noto Sans JP"/>
                <a:ea typeface="Noto Sans JP"/>
                <a:cs typeface="Noto Sans JP"/>
                <a:sym typeface="Noto Sans JP"/>
              </a:rPr>
              <a:t>既存のプリントや</a:t>
            </a:r>
            <a:br>
              <a:rPr lang="ja" sz="1600">
                <a:solidFill>
                  <a:srgbClr val="1F2937"/>
                </a:solidFill>
                <a:latin typeface="Noto Sans JP"/>
                <a:ea typeface="Noto Sans JP"/>
                <a:cs typeface="Noto Sans JP"/>
                <a:sym typeface="Noto Sans JP"/>
              </a:rPr>
            </a:br>
            <a:r>
              <a:rPr lang="ja" sz="1600">
                <a:solidFill>
                  <a:srgbClr val="1F2937"/>
                </a:solidFill>
                <a:latin typeface="Noto Sans JP"/>
                <a:ea typeface="Noto Sans JP"/>
                <a:cs typeface="Noto Sans JP"/>
                <a:sym typeface="Noto Sans JP"/>
              </a:rPr>
              <a:t>テキストの文章をそのまま</a:t>
            </a:r>
            <a:br>
              <a:rPr lang="ja" sz="1600">
                <a:solidFill>
                  <a:srgbClr val="1F2937"/>
                </a:solidFill>
                <a:latin typeface="Noto Sans JP"/>
                <a:ea typeface="Noto Sans JP"/>
                <a:cs typeface="Noto Sans JP"/>
                <a:sym typeface="Noto Sans JP"/>
              </a:rPr>
            </a:br>
            <a:r>
              <a:rPr lang="ja" sz="1600">
                <a:solidFill>
                  <a:srgbClr val="1F2937"/>
                </a:solidFill>
                <a:latin typeface="Noto Sans JP"/>
                <a:ea typeface="Noto Sans JP"/>
                <a:cs typeface="Noto Sans JP"/>
                <a:sym typeface="Noto Sans JP"/>
              </a:rPr>
              <a:t>画面に提示可能</a:t>
            </a:r>
            <a:endParaRPr sz="1600">
              <a:solidFill>
                <a:srgbClr val="1F2937"/>
              </a:solidFill>
              <a:latin typeface="Noto Sans JP"/>
              <a:ea typeface="Noto Sans JP"/>
              <a:cs typeface="Noto Sans JP"/>
              <a:sym typeface="Noto Sans JP"/>
            </a:endParaRPr>
          </a:p>
        </p:txBody>
      </p:sp>
      <p:sp>
        <p:nvSpPr>
          <p:cNvPr id="1678" name="Google Shape;1678;p19"/>
          <p:cNvSpPr/>
          <p:nvPr/>
        </p:nvSpPr>
        <p:spPr>
          <a:xfrm>
            <a:off x="238125" y="3181350"/>
            <a:ext cx="2787600" cy="1543200"/>
          </a:xfrm>
          <a:prstGeom prst="roundRect">
            <a:avLst>
              <a:gd fmla="val 16667" name="adj"/>
            </a:avLst>
          </a:prstGeom>
          <a:solidFill>
            <a:srgbClr val="FEFEFE"/>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600">
                <a:solidFill>
                  <a:srgbClr val="1F2937"/>
                </a:solidFill>
                <a:latin typeface="Noto Sans JP"/>
                <a:ea typeface="Noto Sans JP"/>
                <a:cs typeface="Noto Sans JP"/>
                <a:sym typeface="Noto Sans JP"/>
              </a:rPr>
              <a:t>Webサイト</a:t>
            </a:r>
            <a:endParaRPr b="1" sz="1600">
              <a:solidFill>
                <a:srgbClr val="1F2937"/>
              </a:solidFill>
              <a:latin typeface="Noto Sans JP"/>
              <a:ea typeface="Noto Sans JP"/>
              <a:cs typeface="Noto Sans JP"/>
              <a:sym typeface="Noto Sans JP"/>
            </a:endParaRPr>
          </a:p>
          <a:p>
            <a:pPr indent="0" lvl="0" marL="0" rtl="0" algn="ctr">
              <a:spcBef>
                <a:spcPts val="0"/>
              </a:spcBef>
              <a:spcAft>
                <a:spcPts val="0"/>
              </a:spcAft>
              <a:buNone/>
            </a:pPr>
            <a:r>
              <a:t/>
            </a:r>
            <a:endParaRPr sz="1600">
              <a:solidFill>
                <a:srgbClr val="1F2937"/>
              </a:solidFill>
              <a:latin typeface="Noto Sans JP"/>
              <a:ea typeface="Noto Sans JP"/>
              <a:cs typeface="Noto Sans JP"/>
              <a:sym typeface="Noto Sans JP"/>
            </a:endParaRPr>
          </a:p>
          <a:p>
            <a:pPr indent="0" lvl="0" marL="0" rtl="0" algn="ctr">
              <a:spcBef>
                <a:spcPts val="0"/>
              </a:spcBef>
              <a:spcAft>
                <a:spcPts val="0"/>
              </a:spcAft>
              <a:buNone/>
            </a:pPr>
            <a:r>
              <a:rPr lang="ja" sz="1600">
                <a:solidFill>
                  <a:srgbClr val="1F2937"/>
                </a:solidFill>
                <a:latin typeface="Noto Sans JP"/>
                <a:ea typeface="Noto Sans JP"/>
                <a:cs typeface="Noto Sans JP"/>
                <a:sym typeface="Noto Sans JP"/>
              </a:rPr>
              <a:t>ブラウザで見られる</a:t>
            </a:r>
            <a:br>
              <a:rPr lang="ja" sz="1600">
                <a:solidFill>
                  <a:srgbClr val="1F2937"/>
                </a:solidFill>
                <a:latin typeface="Noto Sans JP"/>
                <a:ea typeface="Noto Sans JP"/>
                <a:cs typeface="Noto Sans JP"/>
                <a:sym typeface="Noto Sans JP"/>
              </a:rPr>
            </a:br>
            <a:r>
              <a:rPr lang="ja" sz="1600">
                <a:solidFill>
                  <a:srgbClr val="1F2937"/>
                </a:solidFill>
                <a:latin typeface="Noto Sans JP"/>
                <a:ea typeface="Noto Sans JP"/>
                <a:cs typeface="Noto Sans JP"/>
                <a:sym typeface="Noto Sans JP"/>
              </a:rPr>
              <a:t>最新の情報やニュースなどをそのまま活用</a:t>
            </a:r>
            <a:endParaRPr sz="1600">
              <a:solidFill>
                <a:srgbClr val="1F2937"/>
              </a:solidFill>
              <a:latin typeface="Noto Sans JP"/>
              <a:ea typeface="Noto Sans JP"/>
              <a:cs typeface="Noto Sans JP"/>
              <a:sym typeface="Noto Sans JP"/>
            </a:endParaRPr>
          </a:p>
        </p:txBody>
      </p:sp>
      <p:sp>
        <p:nvSpPr>
          <p:cNvPr id="1679" name="Google Shape;1679;p19"/>
          <p:cNvSpPr/>
          <p:nvPr/>
        </p:nvSpPr>
        <p:spPr>
          <a:xfrm>
            <a:off x="3178175" y="3181350"/>
            <a:ext cx="2787600" cy="1543200"/>
          </a:xfrm>
          <a:prstGeom prst="roundRect">
            <a:avLst>
              <a:gd fmla="val 16667" name="adj"/>
            </a:avLst>
          </a:prstGeom>
          <a:solidFill>
            <a:srgbClr val="FEFEFE"/>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600">
                <a:solidFill>
                  <a:srgbClr val="1F2937"/>
                </a:solidFill>
                <a:latin typeface="Noto Sans JP"/>
                <a:ea typeface="Noto Sans JP"/>
                <a:cs typeface="Noto Sans JP"/>
                <a:sym typeface="Noto Sans JP"/>
              </a:rPr>
              <a:t>デジタル教科書</a:t>
            </a:r>
            <a:endParaRPr b="1" sz="1600">
              <a:solidFill>
                <a:srgbClr val="1F2937"/>
              </a:solidFill>
              <a:latin typeface="Noto Sans JP"/>
              <a:ea typeface="Noto Sans JP"/>
              <a:cs typeface="Noto Sans JP"/>
              <a:sym typeface="Noto Sans JP"/>
            </a:endParaRPr>
          </a:p>
          <a:p>
            <a:pPr indent="0" lvl="0" marL="0" rtl="0" algn="ctr">
              <a:spcBef>
                <a:spcPts val="0"/>
              </a:spcBef>
              <a:spcAft>
                <a:spcPts val="0"/>
              </a:spcAft>
              <a:buNone/>
            </a:pPr>
            <a:r>
              <a:t/>
            </a:r>
            <a:endParaRPr sz="1600">
              <a:solidFill>
                <a:srgbClr val="1F2937"/>
              </a:solidFill>
              <a:latin typeface="Noto Sans JP"/>
              <a:ea typeface="Noto Sans JP"/>
              <a:cs typeface="Noto Sans JP"/>
              <a:sym typeface="Noto Sans JP"/>
            </a:endParaRPr>
          </a:p>
          <a:p>
            <a:pPr indent="0" lvl="0" marL="0" rtl="0" algn="ctr">
              <a:spcBef>
                <a:spcPts val="0"/>
              </a:spcBef>
              <a:spcAft>
                <a:spcPts val="0"/>
              </a:spcAft>
              <a:buNone/>
            </a:pPr>
            <a:r>
              <a:rPr lang="ja" sz="1600">
                <a:solidFill>
                  <a:srgbClr val="1F2937"/>
                </a:solidFill>
                <a:latin typeface="Noto Sans JP"/>
                <a:ea typeface="Noto Sans JP"/>
                <a:cs typeface="Noto Sans JP"/>
                <a:sym typeface="Noto Sans JP"/>
              </a:rPr>
              <a:t>学校で導入されている</a:t>
            </a:r>
            <a:br>
              <a:rPr lang="ja" sz="1600">
                <a:solidFill>
                  <a:srgbClr val="1F2937"/>
                </a:solidFill>
                <a:latin typeface="Noto Sans JP"/>
                <a:ea typeface="Noto Sans JP"/>
                <a:cs typeface="Noto Sans JP"/>
                <a:sym typeface="Noto Sans JP"/>
              </a:rPr>
            </a:br>
            <a:r>
              <a:rPr lang="ja" sz="1600">
                <a:solidFill>
                  <a:srgbClr val="1F2937"/>
                </a:solidFill>
                <a:latin typeface="Noto Sans JP"/>
                <a:ea typeface="Noto Sans JP"/>
                <a:cs typeface="Noto Sans JP"/>
                <a:sym typeface="Noto Sans JP"/>
              </a:rPr>
              <a:t>教科書のデジタル版を</a:t>
            </a:r>
            <a:br>
              <a:rPr lang="ja" sz="1600">
                <a:solidFill>
                  <a:srgbClr val="1F2937"/>
                </a:solidFill>
                <a:latin typeface="Noto Sans JP"/>
                <a:ea typeface="Noto Sans JP"/>
                <a:cs typeface="Noto Sans JP"/>
                <a:sym typeface="Noto Sans JP"/>
              </a:rPr>
            </a:br>
            <a:r>
              <a:rPr lang="ja" sz="1600">
                <a:solidFill>
                  <a:srgbClr val="1F2937"/>
                </a:solidFill>
                <a:latin typeface="Noto Sans JP"/>
                <a:ea typeface="Noto Sans JP"/>
                <a:cs typeface="Noto Sans JP"/>
                <a:sym typeface="Noto Sans JP"/>
              </a:rPr>
              <a:t>画面に映して解説</a:t>
            </a:r>
            <a:endParaRPr sz="1600">
              <a:solidFill>
                <a:srgbClr val="1F2937"/>
              </a:solidFill>
              <a:latin typeface="Noto Sans JP"/>
              <a:ea typeface="Noto Sans JP"/>
              <a:cs typeface="Noto Sans JP"/>
              <a:sym typeface="Noto Sans JP"/>
            </a:endParaRPr>
          </a:p>
        </p:txBody>
      </p:sp>
      <p:grpSp>
        <p:nvGrpSpPr>
          <p:cNvPr id="1680" name="Google Shape;1680;p19"/>
          <p:cNvGrpSpPr/>
          <p:nvPr/>
        </p:nvGrpSpPr>
        <p:grpSpPr>
          <a:xfrm>
            <a:off x="0" y="5086350"/>
            <a:ext cx="9150400" cy="57300"/>
            <a:chOff x="0" y="5086350"/>
            <a:chExt cx="9150400" cy="57300"/>
          </a:xfrm>
        </p:grpSpPr>
        <p:sp>
          <p:nvSpPr>
            <p:cNvPr id="1681" name="Google Shape;1681;p19"/>
            <p:cNvSpPr/>
            <p:nvPr/>
          </p:nvSpPr>
          <p:spPr>
            <a:xfrm>
              <a:off x="0" y="5086350"/>
              <a:ext cx="699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2" name="Google Shape;1682;p19"/>
            <p:cNvSpPr/>
            <p:nvPr/>
          </p:nvSpPr>
          <p:spPr>
            <a:xfrm>
              <a:off x="63500" y="5086350"/>
              <a:ext cx="69900" cy="57300"/>
            </a:xfrm>
            <a:prstGeom prst="rect">
              <a:avLst/>
            </a:prstGeom>
            <a:solidFill>
              <a:srgbClr val="43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3" name="Google Shape;1683;p19"/>
            <p:cNvSpPr/>
            <p:nvPr/>
          </p:nvSpPr>
          <p:spPr>
            <a:xfrm>
              <a:off x="127000" y="5086350"/>
              <a:ext cx="69900" cy="573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4" name="Google Shape;1684;p19"/>
            <p:cNvSpPr/>
            <p:nvPr/>
          </p:nvSpPr>
          <p:spPr>
            <a:xfrm>
              <a:off x="190500" y="5086350"/>
              <a:ext cx="69900" cy="57300"/>
            </a:xfrm>
            <a:prstGeom prst="rect">
              <a:avLst/>
            </a:prstGeom>
            <a:solidFill>
              <a:srgbClr val="46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5" name="Google Shape;1685;p19"/>
            <p:cNvSpPr/>
            <p:nvPr/>
          </p:nvSpPr>
          <p:spPr>
            <a:xfrm>
              <a:off x="254000" y="5086350"/>
              <a:ext cx="69900" cy="57300"/>
            </a:xfrm>
            <a:prstGeom prst="rect">
              <a:avLst/>
            </a:prstGeom>
            <a:solidFill>
              <a:srgbClr val="4784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6" name="Google Shape;1686;p19"/>
            <p:cNvSpPr/>
            <p:nvPr/>
          </p:nvSpPr>
          <p:spPr>
            <a:xfrm>
              <a:off x="317500" y="5086350"/>
              <a:ext cx="69900" cy="57300"/>
            </a:xfrm>
            <a:prstGeom prst="rect">
              <a:avLst/>
            </a:prstGeom>
            <a:solidFill>
              <a:srgbClr val="49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7" name="Google Shape;1687;p19"/>
            <p:cNvSpPr/>
            <p:nvPr/>
          </p:nvSpPr>
          <p:spPr>
            <a:xfrm>
              <a:off x="381000" y="5086350"/>
              <a:ext cx="69900" cy="57300"/>
            </a:xfrm>
            <a:prstGeom prst="rect">
              <a:avLst/>
            </a:prstGeom>
            <a:solidFill>
              <a:srgbClr val="4A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8" name="Google Shape;1688;p19"/>
            <p:cNvSpPr/>
            <p:nvPr/>
          </p:nvSpPr>
          <p:spPr>
            <a:xfrm>
              <a:off x="444500" y="5086350"/>
              <a:ext cx="69900" cy="57300"/>
            </a:xfrm>
            <a:prstGeom prst="rect">
              <a:avLst/>
            </a:prstGeom>
            <a:solidFill>
              <a:srgbClr val="4B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9" name="Google Shape;1689;p19"/>
            <p:cNvSpPr/>
            <p:nvPr/>
          </p:nvSpPr>
          <p:spPr>
            <a:xfrm>
              <a:off x="508000" y="5086350"/>
              <a:ext cx="69900" cy="57300"/>
            </a:xfrm>
            <a:prstGeom prst="rect">
              <a:avLst/>
            </a:prstGeom>
            <a:solidFill>
              <a:srgbClr val="4D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0" name="Google Shape;1690;p19"/>
            <p:cNvSpPr/>
            <p:nvPr/>
          </p:nvSpPr>
          <p:spPr>
            <a:xfrm>
              <a:off x="571500" y="5086350"/>
              <a:ext cx="69900" cy="57300"/>
            </a:xfrm>
            <a:prstGeom prst="rect">
              <a:avLst/>
            </a:prstGeom>
            <a:solidFill>
              <a:srgbClr val="4E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1" name="Google Shape;1691;p19"/>
            <p:cNvSpPr/>
            <p:nvPr/>
          </p:nvSpPr>
          <p:spPr>
            <a:xfrm>
              <a:off x="635000" y="5086350"/>
              <a:ext cx="69900" cy="57300"/>
            </a:xfrm>
            <a:prstGeom prst="rect">
              <a:avLst/>
            </a:prstGeom>
            <a:solidFill>
              <a:srgbClr val="4F81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2" name="Google Shape;1692;p19"/>
            <p:cNvSpPr/>
            <p:nvPr/>
          </p:nvSpPr>
          <p:spPr>
            <a:xfrm>
              <a:off x="698500" y="5086350"/>
              <a:ext cx="69900" cy="57300"/>
            </a:xfrm>
            <a:prstGeom prst="rect">
              <a:avLst/>
            </a:prstGeom>
            <a:solidFill>
              <a:srgbClr val="51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3" name="Google Shape;1693;p19"/>
            <p:cNvSpPr/>
            <p:nvPr/>
          </p:nvSpPr>
          <p:spPr>
            <a:xfrm>
              <a:off x="762000" y="5086350"/>
              <a:ext cx="69900" cy="573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4" name="Google Shape;1694;p19"/>
            <p:cNvSpPr/>
            <p:nvPr/>
          </p:nvSpPr>
          <p:spPr>
            <a:xfrm>
              <a:off x="825500" y="5086350"/>
              <a:ext cx="69900" cy="57300"/>
            </a:xfrm>
            <a:prstGeom prst="rect">
              <a:avLst/>
            </a:prstGeom>
            <a:solidFill>
              <a:srgbClr val="53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5" name="Google Shape;1695;p19"/>
            <p:cNvSpPr/>
            <p:nvPr/>
          </p:nvSpPr>
          <p:spPr>
            <a:xfrm>
              <a:off x="889000" y="5086350"/>
              <a:ext cx="69900" cy="573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6" name="Google Shape;1696;p19"/>
            <p:cNvSpPr/>
            <p:nvPr/>
          </p:nvSpPr>
          <p:spPr>
            <a:xfrm>
              <a:off x="952500" y="5086350"/>
              <a:ext cx="69900" cy="57300"/>
            </a:xfrm>
            <a:prstGeom prst="rect">
              <a:avLst/>
            </a:prstGeom>
            <a:solidFill>
              <a:srgbClr val="56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7" name="Google Shape;1697;p19"/>
            <p:cNvSpPr/>
            <p:nvPr/>
          </p:nvSpPr>
          <p:spPr>
            <a:xfrm>
              <a:off x="1016000" y="5086350"/>
              <a:ext cx="69900" cy="57300"/>
            </a:xfrm>
            <a:prstGeom prst="rect">
              <a:avLst/>
            </a:prstGeom>
            <a:solidFill>
              <a:srgbClr val="57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8" name="Google Shape;1698;p19"/>
            <p:cNvSpPr/>
            <p:nvPr/>
          </p:nvSpPr>
          <p:spPr>
            <a:xfrm>
              <a:off x="1079500" y="5086350"/>
              <a:ext cx="69900" cy="573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9" name="Google Shape;1699;p19"/>
            <p:cNvSpPr/>
            <p:nvPr/>
          </p:nvSpPr>
          <p:spPr>
            <a:xfrm>
              <a:off x="1143000" y="5086350"/>
              <a:ext cx="69900" cy="57300"/>
            </a:xfrm>
            <a:prstGeom prst="rect">
              <a:avLst/>
            </a:prstGeom>
            <a:solidFill>
              <a:srgbClr val="5A7F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0" name="Google Shape;1700;p19"/>
            <p:cNvSpPr/>
            <p:nvPr/>
          </p:nvSpPr>
          <p:spPr>
            <a:xfrm>
              <a:off x="1206500" y="5086350"/>
              <a:ext cx="69900" cy="57300"/>
            </a:xfrm>
            <a:prstGeom prst="rect">
              <a:avLst/>
            </a:prstGeom>
            <a:solidFill>
              <a:srgbClr val="5B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1" name="Google Shape;1701;p19"/>
            <p:cNvSpPr/>
            <p:nvPr/>
          </p:nvSpPr>
          <p:spPr>
            <a:xfrm>
              <a:off x="1270000" y="5086350"/>
              <a:ext cx="69900" cy="573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2" name="Google Shape;1702;p19"/>
            <p:cNvSpPr/>
            <p:nvPr/>
          </p:nvSpPr>
          <p:spPr>
            <a:xfrm>
              <a:off x="1333500" y="5086350"/>
              <a:ext cx="69900" cy="57300"/>
            </a:xfrm>
            <a:prstGeom prst="rect">
              <a:avLst/>
            </a:prstGeom>
            <a:solidFill>
              <a:srgbClr val="5E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3" name="Google Shape;1703;p19"/>
            <p:cNvSpPr/>
            <p:nvPr/>
          </p:nvSpPr>
          <p:spPr>
            <a:xfrm>
              <a:off x="1397000" y="5086350"/>
              <a:ext cx="69900" cy="573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4" name="Google Shape;1704;p19"/>
            <p:cNvSpPr/>
            <p:nvPr/>
          </p:nvSpPr>
          <p:spPr>
            <a:xfrm>
              <a:off x="1460500" y="5086350"/>
              <a:ext cx="69900" cy="57300"/>
            </a:xfrm>
            <a:prstGeom prst="rect">
              <a:avLst/>
            </a:prstGeom>
            <a:solidFill>
              <a:srgbClr val="60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5" name="Google Shape;1705;p19"/>
            <p:cNvSpPr/>
            <p:nvPr/>
          </p:nvSpPr>
          <p:spPr>
            <a:xfrm>
              <a:off x="1524000" y="5086350"/>
              <a:ext cx="69900" cy="573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6" name="Google Shape;1706;p19"/>
            <p:cNvSpPr/>
            <p:nvPr/>
          </p:nvSpPr>
          <p:spPr>
            <a:xfrm>
              <a:off x="1587500" y="5086350"/>
              <a:ext cx="69900" cy="57300"/>
            </a:xfrm>
            <a:prstGeom prst="rect">
              <a:avLst/>
            </a:prstGeom>
            <a:solidFill>
              <a:srgbClr val="63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7" name="Google Shape;1707;p19"/>
            <p:cNvSpPr/>
            <p:nvPr/>
          </p:nvSpPr>
          <p:spPr>
            <a:xfrm>
              <a:off x="1651000" y="5086350"/>
              <a:ext cx="69900" cy="57300"/>
            </a:xfrm>
            <a:prstGeom prst="rect">
              <a:avLst/>
            </a:prstGeom>
            <a:solidFill>
              <a:srgbClr val="64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8" name="Google Shape;1708;p19"/>
            <p:cNvSpPr/>
            <p:nvPr/>
          </p:nvSpPr>
          <p:spPr>
            <a:xfrm>
              <a:off x="1714500" y="5086350"/>
              <a:ext cx="69900" cy="57300"/>
            </a:xfrm>
            <a:prstGeom prst="rect">
              <a:avLst/>
            </a:prstGeom>
            <a:solidFill>
              <a:srgbClr val="66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9" name="Google Shape;1709;p19"/>
            <p:cNvSpPr/>
            <p:nvPr/>
          </p:nvSpPr>
          <p:spPr>
            <a:xfrm>
              <a:off x="1778000" y="5086350"/>
              <a:ext cx="69900" cy="57300"/>
            </a:xfrm>
            <a:prstGeom prst="rect">
              <a:avLst/>
            </a:prstGeom>
            <a:solidFill>
              <a:srgbClr val="67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0" name="Google Shape;1710;p19"/>
            <p:cNvSpPr/>
            <p:nvPr/>
          </p:nvSpPr>
          <p:spPr>
            <a:xfrm>
              <a:off x="1841500" y="5086350"/>
              <a:ext cx="69900" cy="573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1" name="Google Shape;1711;p19"/>
            <p:cNvSpPr/>
            <p:nvPr/>
          </p:nvSpPr>
          <p:spPr>
            <a:xfrm>
              <a:off x="1905000" y="5086350"/>
              <a:ext cx="69900" cy="57300"/>
            </a:xfrm>
            <a:prstGeom prst="rect">
              <a:avLst/>
            </a:prstGeom>
            <a:solidFill>
              <a:srgbClr val="6A7A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2" name="Google Shape;1712;p19"/>
            <p:cNvSpPr/>
            <p:nvPr/>
          </p:nvSpPr>
          <p:spPr>
            <a:xfrm>
              <a:off x="1968500" y="5086350"/>
              <a:ext cx="69900" cy="57300"/>
            </a:xfrm>
            <a:prstGeom prst="rect">
              <a:avLst/>
            </a:prstGeom>
            <a:solidFill>
              <a:srgbClr val="6B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3" name="Google Shape;1713;p19"/>
            <p:cNvSpPr/>
            <p:nvPr/>
          </p:nvSpPr>
          <p:spPr>
            <a:xfrm>
              <a:off x="2032000" y="5086350"/>
              <a:ext cx="69900" cy="573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4" name="Google Shape;1714;p19"/>
            <p:cNvSpPr/>
            <p:nvPr/>
          </p:nvSpPr>
          <p:spPr>
            <a:xfrm>
              <a:off x="2095500" y="5086350"/>
              <a:ext cx="69900" cy="57300"/>
            </a:xfrm>
            <a:prstGeom prst="rect">
              <a:avLst/>
            </a:prstGeom>
            <a:solidFill>
              <a:srgbClr val="6E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5" name="Google Shape;1715;p19"/>
            <p:cNvSpPr/>
            <p:nvPr/>
          </p:nvSpPr>
          <p:spPr>
            <a:xfrm>
              <a:off x="2159000" y="5086350"/>
              <a:ext cx="69900" cy="573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6" name="Google Shape;1716;p19"/>
            <p:cNvSpPr/>
            <p:nvPr/>
          </p:nvSpPr>
          <p:spPr>
            <a:xfrm>
              <a:off x="2222500" y="5086350"/>
              <a:ext cx="69900" cy="57300"/>
            </a:xfrm>
            <a:prstGeom prst="rect">
              <a:avLst/>
            </a:prstGeom>
            <a:solidFill>
              <a:srgbClr val="70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7" name="Google Shape;1717;p19"/>
            <p:cNvSpPr/>
            <p:nvPr/>
          </p:nvSpPr>
          <p:spPr>
            <a:xfrm>
              <a:off x="2286000" y="5086350"/>
              <a:ext cx="69900" cy="573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8" name="Google Shape;1718;p19"/>
            <p:cNvSpPr/>
            <p:nvPr/>
          </p:nvSpPr>
          <p:spPr>
            <a:xfrm>
              <a:off x="2349500" y="5086350"/>
              <a:ext cx="69900" cy="57300"/>
            </a:xfrm>
            <a:prstGeom prst="rect">
              <a:avLst/>
            </a:prstGeom>
            <a:solidFill>
              <a:srgbClr val="73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9" name="Google Shape;1719;p19"/>
            <p:cNvSpPr/>
            <p:nvPr/>
          </p:nvSpPr>
          <p:spPr>
            <a:xfrm>
              <a:off x="2413000" y="5086350"/>
              <a:ext cx="69900" cy="57300"/>
            </a:xfrm>
            <a:prstGeom prst="rect">
              <a:avLst/>
            </a:prstGeom>
            <a:solidFill>
              <a:srgbClr val="74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0" name="Google Shape;1720;p19"/>
            <p:cNvSpPr/>
            <p:nvPr/>
          </p:nvSpPr>
          <p:spPr>
            <a:xfrm>
              <a:off x="2476500" y="5086350"/>
              <a:ext cx="69900" cy="57300"/>
            </a:xfrm>
            <a:prstGeom prst="rect">
              <a:avLst/>
            </a:prstGeom>
            <a:solidFill>
              <a:srgbClr val="76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1" name="Google Shape;1721;p19"/>
            <p:cNvSpPr/>
            <p:nvPr/>
          </p:nvSpPr>
          <p:spPr>
            <a:xfrm>
              <a:off x="2540000" y="5086350"/>
              <a:ext cx="69900" cy="57300"/>
            </a:xfrm>
            <a:prstGeom prst="rect">
              <a:avLst/>
            </a:prstGeom>
            <a:solidFill>
              <a:srgbClr val="77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2" name="Google Shape;1722;p19"/>
            <p:cNvSpPr/>
            <p:nvPr/>
          </p:nvSpPr>
          <p:spPr>
            <a:xfrm>
              <a:off x="2603500" y="5086350"/>
              <a:ext cx="69900" cy="573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3" name="Google Shape;1723;p19"/>
            <p:cNvSpPr/>
            <p:nvPr/>
          </p:nvSpPr>
          <p:spPr>
            <a:xfrm>
              <a:off x="2667000" y="5086350"/>
              <a:ext cx="69900" cy="57300"/>
            </a:xfrm>
            <a:prstGeom prst="rect">
              <a:avLst/>
            </a:prstGeom>
            <a:solidFill>
              <a:srgbClr val="7A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4" name="Google Shape;1724;p19"/>
            <p:cNvSpPr/>
            <p:nvPr/>
          </p:nvSpPr>
          <p:spPr>
            <a:xfrm>
              <a:off x="2730500" y="5086350"/>
              <a:ext cx="69900" cy="57300"/>
            </a:xfrm>
            <a:prstGeom prst="rect">
              <a:avLst/>
            </a:prstGeom>
            <a:solidFill>
              <a:srgbClr val="7B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5" name="Google Shape;1725;p19"/>
            <p:cNvSpPr/>
            <p:nvPr/>
          </p:nvSpPr>
          <p:spPr>
            <a:xfrm>
              <a:off x="2794000" y="5086350"/>
              <a:ext cx="69900" cy="573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6" name="Google Shape;1726;p19"/>
            <p:cNvSpPr/>
            <p:nvPr/>
          </p:nvSpPr>
          <p:spPr>
            <a:xfrm>
              <a:off x="2857500" y="5086350"/>
              <a:ext cx="69900" cy="57300"/>
            </a:xfrm>
            <a:prstGeom prst="rect">
              <a:avLst/>
            </a:prstGeom>
            <a:solidFill>
              <a:srgbClr val="7D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7" name="Google Shape;1727;p19"/>
            <p:cNvSpPr/>
            <p:nvPr/>
          </p:nvSpPr>
          <p:spPr>
            <a:xfrm>
              <a:off x="2921000" y="5086350"/>
              <a:ext cx="69900" cy="573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8" name="Google Shape;1728;p19"/>
            <p:cNvSpPr/>
            <p:nvPr/>
          </p:nvSpPr>
          <p:spPr>
            <a:xfrm>
              <a:off x="2984500" y="5086350"/>
              <a:ext cx="69900" cy="57300"/>
            </a:xfrm>
            <a:prstGeom prst="rect">
              <a:avLst/>
            </a:prstGeom>
            <a:solidFill>
              <a:srgbClr val="80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9" name="Google Shape;1729;p19"/>
            <p:cNvSpPr/>
            <p:nvPr/>
          </p:nvSpPr>
          <p:spPr>
            <a:xfrm>
              <a:off x="3048000" y="5086350"/>
              <a:ext cx="69900" cy="57300"/>
            </a:xfrm>
            <a:prstGeom prst="rect">
              <a:avLst/>
            </a:prstGeom>
            <a:solidFill>
              <a:srgbClr val="81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0" name="Google Shape;1730;p19"/>
            <p:cNvSpPr/>
            <p:nvPr/>
          </p:nvSpPr>
          <p:spPr>
            <a:xfrm>
              <a:off x="3111500" y="5086350"/>
              <a:ext cx="69900" cy="57300"/>
            </a:xfrm>
            <a:prstGeom prst="rect">
              <a:avLst/>
            </a:prstGeom>
            <a:solidFill>
              <a:srgbClr val="83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1" name="Google Shape;1731;p19"/>
            <p:cNvSpPr/>
            <p:nvPr/>
          </p:nvSpPr>
          <p:spPr>
            <a:xfrm>
              <a:off x="3175000" y="5086350"/>
              <a:ext cx="69900" cy="57300"/>
            </a:xfrm>
            <a:prstGeom prst="rect">
              <a:avLst/>
            </a:prstGeom>
            <a:solidFill>
              <a:srgbClr val="84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2" name="Google Shape;1732;p19"/>
            <p:cNvSpPr/>
            <p:nvPr/>
          </p:nvSpPr>
          <p:spPr>
            <a:xfrm>
              <a:off x="3238500" y="5086350"/>
              <a:ext cx="69900" cy="573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3" name="Google Shape;1733;p19"/>
            <p:cNvSpPr/>
            <p:nvPr/>
          </p:nvSpPr>
          <p:spPr>
            <a:xfrm>
              <a:off x="3302000" y="5086350"/>
              <a:ext cx="69900" cy="57300"/>
            </a:xfrm>
            <a:prstGeom prst="rect">
              <a:avLst/>
            </a:prstGeom>
            <a:solidFill>
              <a:srgbClr val="87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4" name="Google Shape;1734;p19"/>
            <p:cNvSpPr/>
            <p:nvPr/>
          </p:nvSpPr>
          <p:spPr>
            <a:xfrm>
              <a:off x="3365500" y="5086350"/>
              <a:ext cx="69900" cy="573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5" name="Google Shape;1735;p19"/>
            <p:cNvSpPr/>
            <p:nvPr/>
          </p:nvSpPr>
          <p:spPr>
            <a:xfrm>
              <a:off x="3429000" y="5086350"/>
              <a:ext cx="69900" cy="57300"/>
            </a:xfrm>
            <a:prstGeom prst="rect">
              <a:avLst/>
            </a:prstGeom>
            <a:solidFill>
              <a:srgbClr val="89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6" name="Google Shape;1736;p19"/>
            <p:cNvSpPr/>
            <p:nvPr/>
          </p:nvSpPr>
          <p:spPr>
            <a:xfrm>
              <a:off x="3492500" y="5086350"/>
              <a:ext cx="69900" cy="57300"/>
            </a:xfrm>
            <a:prstGeom prst="rect">
              <a:avLst/>
            </a:prstGeom>
            <a:solidFill>
              <a:srgbClr val="8B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7" name="Google Shape;1737;p19"/>
            <p:cNvSpPr/>
            <p:nvPr/>
          </p:nvSpPr>
          <p:spPr>
            <a:xfrm>
              <a:off x="3556000" y="5086350"/>
              <a:ext cx="69900" cy="573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8" name="Google Shape;1738;p19"/>
            <p:cNvSpPr/>
            <p:nvPr/>
          </p:nvSpPr>
          <p:spPr>
            <a:xfrm>
              <a:off x="3619500" y="5086350"/>
              <a:ext cx="69900" cy="57300"/>
            </a:xfrm>
            <a:prstGeom prst="rect">
              <a:avLst/>
            </a:prstGeom>
            <a:solidFill>
              <a:srgbClr val="8D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9" name="Google Shape;1739;p19"/>
            <p:cNvSpPr/>
            <p:nvPr/>
          </p:nvSpPr>
          <p:spPr>
            <a:xfrm>
              <a:off x="3683000" y="5086350"/>
              <a:ext cx="69900" cy="573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0" name="Google Shape;1740;p19"/>
            <p:cNvSpPr/>
            <p:nvPr/>
          </p:nvSpPr>
          <p:spPr>
            <a:xfrm>
              <a:off x="3746500" y="5086350"/>
              <a:ext cx="69900" cy="57300"/>
            </a:xfrm>
            <a:prstGeom prst="rect">
              <a:avLst/>
            </a:prstGeom>
            <a:solidFill>
              <a:srgbClr val="90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1" name="Google Shape;1741;p19"/>
            <p:cNvSpPr/>
            <p:nvPr/>
          </p:nvSpPr>
          <p:spPr>
            <a:xfrm>
              <a:off x="3810000" y="5086350"/>
              <a:ext cx="69900" cy="57300"/>
            </a:xfrm>
            <a:prstGeom prst="rect">
              <a:avLst/>
            </a:prstGeom>
            <a:solidFill>
              <a:srgbClr val="91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2" name="Google Shape;1742;p19"/>
            <p:cNvSpPr/>
            <p:nvPr/>
          </p:nvSpPr>
          <p:spPr>
            <a:xfrm>
              <a:off x="3873500" y="5086350"/>
              <a:ext cx="69900" cy="57300"/>
            </a:xfrm>
            <a:prstGeom prst="rect">
              <a:avLst/>
            </a:prstGeom>
            <a:solidFill>
              <a:srgbClr val="93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3" name="Google Shape;1743;p19"/>
            <p:cNvSpPr/>
            <p:nvPr/>
          </p:nvSpPr>
          <p:spPr>
            <a:xfrm>
              <a:off x="3937000" y="5086350"/>
              <a:ext cx="69900" cy="57300"/>
            </a:xfrm>
            <a:prstGeom prst="rect">
              <a:avLst/>
            </a:prstGeom>
            <a:solidFill>
              <a:srgbClr val="94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4" name="Google Shape;1744;p19"/>
            <p:cNvSpPr/>
            <p:nvPr/>
          </p:nvSpPr>
          <p:spPr>
            <a:xfrm>
              <a:off x="4000500" y="5086350"/>
              <a:ext cx="69900" cy="573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5" name="Google Shape;1745;p19"/>
            <p:cNvSpPr/>
            <p:nvPr/>
          </p:nvSpPr>
          <p:spPr>
            <a:xfrm>
              <a:off x="4064000" y="5086350"/>
              <a:ext cx="69900" cy="57300"/>
            </a:xfrm>
            <a:prstGeom prst="rect">
              <a:avLst/>
            </a:prstGeom>
            <a:solidFill>
              <a:srgbClr val="976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6" name="Google Shape;1746;p19"/>
            <p:cNvSpPr/>
            <p:nvPr/>
          </p:nvSpPr>
          <p:spPr>
            <a:xfrm>
              <a:off x="4127500" y="5086350"/>
              <a:ext cx="69900" cy="573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7" name="Google Shape;1747;p19"/>
            <p:cNvSpPr/>
            <p:nvPr/>
          </p:nvSpPr>
          <p:spPr>
            <a:xfrm>
              <a:off x="4191000" y="5086350"/>
              <a:ext cx="69900" cy="57300"/>
            </a:xfrm>
            <a:prstGeom prst="rect">
              <a:avLst/>
            </a:prstGeom>
            <a:solidFill>
              <a:srgbClr val="99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8" name="Google Shape;1748;p19"/>
            <p:cNvSpPr/>
            <p:nvPr/>
          </p:nvSpPr>
          <p:spPr>
            <a:xfrm>
              <a:off x="4254500" y="5086350"/>
              <a:ext cx="69900" cy="57300"/>
            </a:xfrm>
            <a:prstGeom prst="rect">
              <a:avLst/>
            </a:prstGeom>
            <a:solidFill>
              <a:srgbClr val="9B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9" name="Google Shape;1749;p19"/>
            <p:cNvSpPr/>
            <p:nvPr/>
          </p:nvSpPr>
          <p:spPr>
            <a:xfrm>
              <a:off x="4318000" y="5086350"/>
              <a:ext cx="69900" cy="573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0" name="Google Shape;1750;p19"/>
            <p:cNvSpPr/>
            <p:nvPr/>
          </p:nvSpPr>
          <p:spPr>
            <a:xfrm>
              <a:off x="4381500" y="5086350"/>
              <a:ext cx="69900" cy="57300"/>
            </a:xfrm>
            <a:prstGeom prst="rect">
              <a:avLst/>
            </a:prstGeom>
            <a:solidFill>
              <a:srgbClr val="9D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1" name="Google Shape;1751;p19"/>
            <p:cNvSpPr/>
            <p:nvPr/>
          </p:nvSpPr>
          <p:spPr>
            <a:xfrm>
              <a:off x="4445000" y="5086350"/>
              <a:ext cx="69900" cy="573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2" name="Google Shape;1752;p19"/>
            <p:cNvSpPr/>
            <p:nvPr/>
          </p:nvSpPr>
          <p:spPr>
            <a:xfrm>
              <a:off x="4508500" y="5086350"/>
              <a:ext cx="69900" cy="57300"/>
            </a:xfrm>
            <a:prstGeom prst="rect">
              <a:avLst/>
            </a:prstGeom>
            <a:solidFill>
              <a:srgbClr val="A0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3" name="Google Shape;1753;p19"/>
            <p:cNvSpPr/>
            <p:nvPr/>
          </p:nvSpPr>
          <p:spPr>
            <a:xfrm>
              <a:off x="4572000" y="5086350"/>
              <a:ext cx="69900" cy="57300"/>
            </a:xfrm>
            <a:prstGeom prst="rect">
              <a:avLst/>
            </a:prstGeom>
            <a:solidFill>
              <a:srgbClr val="A1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4" name="Google Shape;1754;p19"/>
            <p:cNvSpPr/>
            <p:nvPr/>
          </p:nvSpPr>
          <p:spPr>
            <a:xfrm>
              <a:off x="4635500" y="5086350"/>
              <a:ext cx="69900" cy="573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5" name="Google Shape;1755;p19"/>
            <p:cNvSpPr/>
            <p:nvPr/>
          </p:nvSpPr>
          <p:spPr>
            <a:xfrm>
              <a:off x="4699000" y="5086350"/>
              <a:ext cx="69900" cy="57300"/>
            </a:xfrm>
            <a:prstGeom prst="rect">
              <a:avLst/>
            </a:prstGeom>
            <a:solidFill>
              <a:srgbClr val="A4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6" name="Google Shape;1756;p19"/>
            <p:cNvSpPr/>
            <p:nvPr/>
          </p:nvSpPr>
          <p:spPr>
            <a:xfrm>
              <a:off x="4762500" y="5086350"/>
              <a:ext cx="69900" cy="573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7" name="Google Shape;1757;p19"/>
            <p:cNvSpPr/>
            <p:nvPr/>
          </p:nvSpPr>
          <p:spPr>
            <a:xfrm>
              <a:off x="4826000" y="5086350"/>
              <a:ext cx="69900" cy="57300"/>
            </a:xfrm>
            <a:prstGeom prst="rect">
              <a:avLst/>
            </a:prstGeom>
            <a:solidFill>
              <a:srgbClr val="A6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8" name="Google Shape;1758;p19"/>
            <p:cNvSpPr/>
            <p:nvPr/>
          </p:nvSpPr>
          <p:spPr>
            <a:xfrm>
              <a:off x="4889500" y="5086350"/>
              <a:ext cx="69900" cy="57300"/>
            </a:xfrm>
            <a:prstGeom prst="rect">
              <a:avLst/>
            </a:prstGeom>
            <a:solidFill>
              <a:srgbClr val="A8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9" name="Google Shape;1759;p19"/>
            <p:cNvSpPr/>
            <p:nvPr/>
          </p:nvSpPr>
          <p:spPr>
            <a:xfrm>
              <a:off x="4953000" y="5086350"/>
              <a:ext cx="69900" cy="573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0" name="Google Shape;1760;p19"/>
            <p:cNvSpPr/>
            <p:nvPr/>
          </p:nvSpPr>
          <p:spPr>
            <a:xfrm>
              <a:off x="5016500" y="5086350"/>
              <a:ext cx="69900" cy="57300"/>
            </a:xfrm>
            <a:prstGeom prst="rect">
              <a:avLst/>
            </a:prstGeom>
            <a:solidFill>
              <a:srgbClr val="AA6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1" name="Google Shape;1761;p19"/>
            <p:cNvSpPr/>
            <p:nvPr/>
          </p:nvSpPr>
          <p:spPr>
            <a:xfrm>
              <a:off x="5080000" y="5086350"/>
              <a:ext cx="69900" cy="573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2" name="Google Shape;1762;p19"/>
            <p:cNvSpPr/>
            <p:nvPr/>
          </p:nvSpPr>
          <p:spPr>
            <a:xfrm>
              <a:off x="5143500" y="5086350"/>
              <a:ext cx="69900" cy="57300"/>
            </a:xfrm>
            <a:prstGeom prst="rect">
              <a:avLst/>
            </a:prstGeom>
            <a:solidFill>
              <a:srgbClr val="AD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3" name="Google Shape;1763;p19"/>
            <p:cNvSpPr/>
            <p:nvPr/>
          </p:nvSpPr>
          <p:spPr>
            <a:xfrm>
              <a:off x="5207000" y="5086350"/>
              <a:ext cx="69900" cy="57300"/>
            </a:xfrm>
            <a:prstGeom prst="rect">
              <a:avLst/>
            </a:prstGeom>
            <a:solidFill>
              <a:srgbClr val="AE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4" name="Google Shape;1764;p19"/>
            <p:cNvSpPr/>
            <p:nvPr/>
          </p:nvSpPr>
          <p:spPr>
            <a:xfrm>
              <a:off x="5270500" y="5086350"/>
              <a:ext cx="69900" cy="57300"/>
            </a:xfrm>
            <a:prstGeom prst="rect">
              <a:avLst/>
            </a:prstGeom>
            <a:solidFill>
              <a:srgbClr val="B0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5" name="Google Shape;1765;p19"/>
            <p:cNvSpPr/>
            <p:nvPr/>
          </p:nvSpPr>
          <p:spPr>
            <a:xfrm>
              <a:off x="5334000" y="5086350"/>
              <a:ext cx="69900" cy="57300"/>
            </a:xfrm>
            <a:prstGeom prst="rect">
              <a:avLst/>
            </a:prstGeom>
            <a:solidFill>
              <a:srgbClr val="B1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6" name="Google Shape;1766;p19"/>
            <p:cNvSpPr/>
            <p:nvPr/>
          </p:nvSpPr>
          <p:spPr>
            <a:xfrm>
              <a:off x="5397500" y="5086350"/>
              <a:ext cx="69900" cy="573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7" name="Google Shape;1767;p19"/>
            <p:cNvSpPr/>
            <p:nvPr/>
          </p:nvSpPr>
          <p:spPr>
            <a:xfrm>
              <a:off x="5461000" y="5086350"/>
              <a:ext cx="69900" cy="57300"/>
            </a:xfrm>
            <a:prstGeom prst="rect">
              <a:avLst/>
            </a:prstGeom>
            <a:solidFill>
              <a:srgbClr val="B4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8" name="Google Shape;1768;p19"/>
            <p:cNvSpPr/>
            <p:nvPr/>
          </p:nvSpPr>
          <p:spPr>
            <a:xfrm>
              <a:off x="5524500" y="5086350"/>
              <a:ext cx="69900" cy="573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9" name="Google Shape;1769;p19"/>
            <p:cNvSpPr/>
            <p:nvPr/>
          </p:nvSpPr>
          <p:spPr>
            <a:xfrm>
              <a:off x="5588000" y="5086350"/>
              <a:ext cx="69900" cy="57300"/>
            </a:xfrm>
            <a:prstGeom prst="rect">
              <a:avLst/>
            </a:prstGeom>
            <a:solidFill>
              <a:srgbClr val="B6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0" name="Google Shape;1770;p19"/>
            <p:cNvSpPr/>
            <p:nvPr/>
          </p:nvSpPr>
          <p:spPr>
            <a:xfrm>
              <a:off x="5651500" y="5086350"/>
              <a:ext cx="69900" cy="57300"/>
            </a:xfrm>
            <a:prstGeom prst="rect">
              <a:avLst/>
            </a:prstGeom>
            <a:solidFill>
              <a:srgbClr val="B8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1" name="Google Shape;1771;p19"/>
            <p:cNvSpPr/>
            <p:nvPr/>
          </p:nvSpPr>
          <p:spPr>
            <a:xfrm>
              <a:off x="5715000" y="5086350"/>
              <a:ext cx="69900" cy="573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2" name="Google Shape;1772;p19"/>
            <p:cNvSpPr/>
            <p:nvPr/>
          </p:nvSpPr>
          <p:spPr>
            <a:xfrm>
              <a:off x="5778500" y="5086350"/>
              <a:ext cx="69900" cy="57300"/>
            </a:xfrm>
            <a:prstGeom prst="rect">
              <a:avLst/>
            </a:prstGeom>
            <a:solidFill>
              <a:srgbClr val="BA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3" name="Google Shape;1773;p19"/>
            <p:cNvSpPr/>
            <p:nvPr/>
          </p:nvSpPr>
          <p:spPr>
            <a:xfrm>
              <a:off x="5842000" y="5086350"/>
              <a:ext cx="69900" cy="573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4" name="Google Shape;1774;p19"/>
            <p:cNvSpPr/>
            <p:nvPr/>
          </p:nvSpPr>
          <p:spPr>
            <a:xfrm>
              <a:off x="5905500" y="5086350"/>
              <a:ext cx="69900" cy="57300"/>
            </a:xfrm>
            <a:prstGeom prst="rect">
              <a:avLst/>
            </a:prstGeom>
            <a:solidFill>
              <a:srgbClr val="BD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5" name="Google Shape;1775;p19"/>
            <p:cNvSpPr/>
            <p:nvPr/>
          </p:nvSpPr>
          <p:spPr>
            <a:xfrm>
              <a:off x="5969000" y="5086350"/>
              <a:ext cx="69900" cy="57300"/>
            </a:xfrm>
            <a:prstGeom prst="rect">
              <a:avLst/>
            </a:prstGeom>
            <a:solidFill>
              <a:srgbClr val="BE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6" name="Google Shape;1776;p19"/>
            <p:cNvSpPr/>
            <p:nvPr/>
          </p:nvSpPr>
          <p:spPr>
            <a:xfrm>
              <a:off x="6032500" y="5086350"/>
              <a:ext cx="69900" cy="57300"/>
            </a:xfrm>
            <a:prstGeom prst="rect">
              <a:avLst/>
            </a:prstGeom>
            <a:solidFill>
              <a:srgbClr val="C0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7" name="Google Shape;1777;p19"/>
            <p:cNvSpPr/>
            <p:nvPr/>
          </p:nvSpPr>
          <p:spPr>
            <a:xfrm>
              <a:off x="6096000" y="5086350"/>
              <a:ext cx="69900" cy="57300"/>
            </a:xfrm>
            <a:prstGeom prst="rect">
              <a:avLst/>
            </a:prstGeom>
            <a:solidFill>
              <a:srgbClr val="C1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8" name="Google Shape;1778;p19"/>
            <p:cNvSpPr/>
            <p:nvPr/>
          </p:nvSpPr>
          <p:spPr>
            <a:xfrm>
              <a:off x="6159500" y="5086350"/>
              <a:ext cx="69900" cy="573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9" name="Google Shape;1779;p19"/>
            <p:cNvSpPr/>
            <p:nvPr/>
          </p:nvSpPr>
          <p:spPr>
            <a:xfrm>
              <a:off x="6223000" y="5086350"/>
              <a:ext cx="69900" cy="57300"/>
            </a:xfrm>
            <a:prstGeom prst="rect">
              <a:avLst/>
            </a:prstGeom>
            <a:solidFill>
              <a:srgbClr val="C4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0" name="Google Shape;1780;p19"/>
            <p:cNvSpPr/>
            <p:nvPr/>
          </p:nvSpPr>
          <p:spPr>
            <a:xfrm>
              <a:off x="6286500" y="5086350"/>
              <a:ext cx="69900" cy="573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1" name="Google Shape;1781;p19"/>
            <p:cNvSpPr/>
            <p:nvPr/>
          </p:nvSpPr>
          <p:spPr>
            <a:xfrm>
              <a:off x="6350000" y="5086350"/>
              <a:ext cx="69900" cy="57300"/>
            </a:xfrm>
            <a:prstGeom prst="rect">
              <a:avLst/>
            </a:prstGeom>
            <a:solidFill>
              <a:srgbClr val="C6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2" name="Google Shape;1782;p19"/>
            <p:cNvSpPr/>
            <p:nvPr/>
          </p:nvSpPr>
          <p:spPr>
            <a:xfrm>
              <a:off x="6413500" y="5086350"/>
              <a:ext cx="69900" cy="57300"/>
            </a:xfrm>
            <a:prstGeom prst="rect">
              <a:avLst/>
            </a:prstGeom>
            <a:solidFill>
              <a:srgbClr val="C7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3" name="Google Shape;1783;p19"/>
            <p:cNvSpPr/>
            <p:nvPr/>
          </p:nvSpPr>
          <p:spPr>
            <a:xfrm>
              <a:off x="6477000" y="5086350"/>
              <a:ext cx="69900" cy="573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4" name="Google Shape;1784;p19"/>
            <p:cNvSpPr/>
            <p:nvPr/>
          </p:nvSpPr>
          <p:spPr>
            <a:xfrm>
              <a:off x="6540500" y="5086350"/>
              <a:ext cx="69900" cy="57300"/>
            </a:xfrm>
            <a:prstGeom prst="rect">
              <a:avLst/>
            </a:prstGeom>
            <a:solidFill>
              <a:srgbClr val="CA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5" name="Google Shape;1785;p19"/>
            <p:cNvSpPr/>
            <p:nvPr/>
          </p:nvSpPr>
          <p:spPr>
            <a:xfrm>
              <a:off x="6604000" y="5086350"/>
              <a:ext cx="69900" cy="57300"/>
            </a:xfrm>
            <a:prstGeom prst="rect">
              <a:avLst/>
            </a:prstGeom>
            <a:solidFill>
              <a:srgbClr val="CB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6" name="Google Shape;1786;p19"/>
            <p:cNvSpPr/>
            <p:nvPr/>
          </p:nvSpPr>
          <p:spPr>
            <a:xfrm>
              <a:off x="6667500" y="5086350"/>
              <a:ext cx="69900" cy="57300"/>
            </a:xfrm>
            <a:prstGeom prst="rect">
              <a:avLst/>
            </a:prstGeom>
            <a:solidFill>
              <a:srgbClr val="CD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7" name="Google Shape;1787;p19"/>
            <p:cNvSpPr/>
            <p:nvPr/>
          </p:nvSpPr>
          <p:spPr>
            <a:xfrm>
              <a:off x="6731000" y="5086350"/>
              <a:ext cx="69900" cy="57300"/>
            </a:xfrm>
            <a:prstGeom prst="rect">
              <a:avLst/>
            </a:prstGeom>
            <a:solidFill>
              <a:srgbClr val="CE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8" name="Google Shape;1788;p19"/>
            <p:cNvSpPr/>
            <p:nvPr/>
          </p:nvSpPr>
          <p:spPr>
            <a:xfrm>
              <a:off x="6794500" y="5086350"/>
              <a:ext cx="69900" cy="573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9" name="Google Shape;1789;p19"/>
            <p:cNvSpPr/>
            <p:nvPr/>
          </p:nvSpPr>
          <p:spPr>
            <a:xfrm>
              <a:off x="6858000" y="5086350"/>
              <a:ext cx="69900" cy="57300"/>
            </a:xfrm>
            <a:prstGeom prst="rect">
              <a:avLst/>
            </a:prstGeom>
            <a:solidFill>
              <a:srgbClr val="D1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0" name="Google Shape;1790;p19"/>
            <p:cNvSpPr/>
            <p:nvPr/>
          </p:nvSpPr>
          <p:spPr>
            <a:xfrm>
              <a:off x="6921500" y="5086350"/>
              <a:ext cx="69900" cy="573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1" name="Google Shape;1791;p19"/>
            <p:cNvSpPr/>
            <p:nvPr/>
          </p:nvSpPr>
          <p:spPr>
            <a:xfrm>
              <a:off x="6985000" y="5086350"/>
              <a:ext cx="69900" cy="57300"/>
            </a:xfrm>
            <a:prstGeom prst="rect">
              <a:avLst/>
            </a:prstGeom>
            <a:solidFill>
              <a:srgbClr val="D3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2" name="Google Shape;1792;p19"/>
            <p:cNvSpPr/>
            <p:nvPr/>
          </p:nvSpPr>
          <p:spPr>
            <a:xfrm>
              <a:off x="7048500" y="5086350"/>
              <a:ext cx="69900" cy="573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3" name="Google Shape;1793;p19"/>
            <p:cNvSpPr/>
            <p:nvPr/>
          </p:nvSpPr>
          <p:spPr>
            <a:xfrm>
              <a:off x="7112000" y="5086350"/>
              <a:ext cx="69900" cy="57300"/>
            </a:xfrm>
            <a:prstGeom prst="rect">
              <a:avLst/>
            </a:prstGeom>
            <a:solidFill>
              <a:srgbClr val="D6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4" name="Google Shape;1794;p19"/>
            <p:cNvSpPr/>
            <p:nvPr/>
          </p:nvSpPr>
          <p:spPr>
            <a:xfrm>
              <a:off x="7175500" y="5086350"/>
              <a:ext cx="69900" cy="57300"/>
            </a:xfrm>
            <a:prstGeom prst="rect">
              <a:avLst/>
            </a:prstGeom>
            <a:solidFill>
              <a:srgbClr val="D75D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5" name="Google Shape;1795;p19"/>
            <p:cNvSpPr/>
            <p:nvPr/>
          </p:nvSpPr>
          <p:spPr>
            <a:xfrm>
              <a:off x="7239000" y="5086350"/>
              <a:ext cx="69900" cy="573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6" name="Google Shape;1796;p19"/>
            <p:cNvSpPr/>
            <p:nvPr/>
          </p:nvSpPr>
          <p:spPr>
            <a:xfrm>
              <a:off x="7302500" y="5086350"/>
              <a:ext cx="69900" cy="57300"/>
            </a:xfrm>
            <a:prstGeom prst="rect">
              <a:avLst/>
            </a:prstGeom>
            <a:solidFill>
              <a:srgbClr val="DA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7" name="Google Shape;1797;p19"/>
            <p:cNvSpPr/>
            <p:nvPr/>
          </p:nvSpPr>
          <p:spPr>
            <a:xfrm>
              <a:off x="7366000" y="5086350"/>
              <a:ext cx="69900" cy="57300"/>
            </a:xfrm>
            <a:prstGeom prst="rect">
              <a:avLst/>
            </a:prstGeom>
            <a:solidFill>
              <a:srgbClr val="DB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8" name="Google Shape;1798;p19"/>
            <p:cNvSpPr/>
            <p:nvPr/>
          </p:nvSpPr>
          <p:spPr>
            <a:xfrm>
              <a:off x="7429500" y="5086350"/>
              <a:ext cx="69900" cy="57300"/>
            </a:xfrm>
            <a:prstGeom prst="rect">
              <a:avLst/>
            </a:prstGeom>
            <a:solidFill>
              <a:srgbClr val="DD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9" name="Google Shape;1799;p19"/>
            <p:cNvSpPr/>
            <p:nvPr/>
          </p:nvSpPr>
          <p:spPr>
            <a:xfrm>
              <a:off x="7493000" y="5086350"/>
              <a:ext cx="69900" cy="57300"/>
            </a:xfrm>
            <a:prstGeom prst="rect">
              <a:avLst/>
            </a:prstGeom>
            <a:solidFill>
              <a:srgbClr val="DE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0" name="Google Shape;1800;p19"/>
            <p:cNvSpPr/>
            <p:nvPr/>
          </p:nvSpPr>
          <p:spPr>
            <a:xfrm>
              <a:off x="7556500" y="5086350"/>
              <a:ext cx="69900" cy="573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1" name="Google Shape;1801;p19"/>
            <p:cNvSpPr/>
            <p:nvPr/>
          </p:nvSpPr>
          <p:spPr>
            <a:xfrm>
              <a:off x="7620000" y="5086350"/>
              <a:ext cx="69900" cy="57300"/>
            </a:xfrm>
            <a:prstGeom prst="rect">
              <a:avLst/>
            </a:prstGeom>
            <a:solidFill>
              <a:srgbClr val="E1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2" name="Google Shape;1802;p19"/>
            <p:cNvSpPr/>
            <p:nvPr/>
          </p:nvSpPr>
          <p:spPr>
            <a:xfrm>
              <a:off x="7683500" y="5086350"/>
              <a:ext cx="69900" cy="573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3" name="Google Shape;1803;p19"/>
            <p:cNvSpPr/>
            <p:nvPr/>
          </p:nvSpPr>
          <p:spPr>
            <a:xfrm>
              <a:off x="7747000" y="5086350"/>
              <a:ext cx="69900" cy="57300"/>
            </a:xfrm>
            <a:prstGeom prst="rect">
              <a:avLst/>
            </a:prstGeom>
            <a:solidFill>
              <a:srgbClr val="E3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4" name="Google Shape;1804;p19"/>
            <p:cNvSpPr/>
            <p:nvPr/>
          </p:nvSpPr>
          <p:spPr>
            <a:xfrm>
              <a:off x="7810500" y="5086350"/>
              <a:ext cx="69900" cy="573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5" name="Google Shape;1805;p19"/>
            <p:cNvSpPr/>
            <p:nvPr/>
          </p:nvSpPr>
          <p:spPr>
            <a:xfrm>
              <a:off x="7874000" y="5086350"/>
              <a:ext cx="69900" cy="57300"/>
            </a:xfrm>
            <a:prstGeom prst="rect">
              <a:avLst/>
            </a:prstGeom>
            <a:solidFill>
              <a:srgbClr val="E6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6" name="Google Shape;1806;p19"/>
            <p:cNvSpPr/>
            <p:nvPr/>
          </p:nvSpPr>
          <p:spPr>
            <a:xfrm>
              <a:off x="7937500" y="5086350"/>
              <a:ext cx="69900" cy="57300"/>
            </a:xfrm>
            <a:prstGeom prst="rect">
              <a:avLst/>
            </a:prstGeom>
            <a:solidFill>
              <a:srgbClr val="E75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7" name="Google Shape;1807;p19"/>
            <p:cNvSpPr/>
            <p:nvPr/>
          </p:nvSpPr>
          <p:spPr>
            <a:xfrm>
              <a:off x="8001000" y="5086350"/>
              <a:ext cx="69900" cy="573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8" name="Google Shape;1808;p19"/>
            <p:cNvSpPr/>
            <p:nvPr/>
          </p:nvSpPr>
          <p:spPr>
            <a:xfrm>
              <a:off x="8064500" y="5086350"/>
              <a:ext cx="69900" cy="57300"/>
            </a:xfrm>
            <a:prstGeom prst="rect">
              <a:avLst/>
            </a:prstGeom>
            <a:solidFill>
              <a:srgbClr val="EA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9" name="Google Shape;1809;p19"/>
            <p:cNvSpPr/>
            <p:nvPr/>
          </p:nvSpPr>
          <p:spPr>
            <a:xfrm>
              <a:off x="8128000" y="5086350"/>
              <a:ext cx="69900" cy="57300"/>
            </a:xfrm>
            <a:prstGeom prst="rect">
              <a:avLst/>
            </a:prstGeom>
            <a:solidFill>
              <a:srgbClr val="EB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0" name="Google Shape;1810;p19"/>
            <p:cNvSpPr/>
            <p:nvPr/>
          </p:nvSpPr>
          <p:spPr>
            <a:xfrm>
              <a:off x="8191500" y="5086350"/>
              <a:ext cx="69900" cy="573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1" name="Google Shape;1811;p19"/>
            <p:cNvSpPr/>
            <p:nvPr/>
          </p:nvSpPr>
          <p:spPr>
            <a:xfrm>
              <a:off x="8255000" y="5086350"/>
              <a:ext cx="69900" cy="57300"/>
            </a:xfrm>
            <a:prstGeom prst="rect">
              <a:avLst/>
            </a:prstGeom>
            <a:solidFill>
              <a:srgbClr val="EE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2" name="Google Shape;1812;p19"/>
            <p:cNvSpPr/>
            <p:nvPr/>
          </p:nvSpPr>
          <p:spPr>
            <a:xfrm>
              <a:off x="8318500" y="5086350"/>
              <a:ext cx="69900" cy="573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3" name="Google Shape;1813;p19"/>
            <p:cNvSpPr/>
            <p:nvPr/>
          </p:nvSpPr>
          <p:spPr>
            <a:xfrm>
              <a:off x="8382000" y="5086350"/>
              <a:ext cx="69900" cy="57300"/>
            </a:xfrm>
            <a:prstGeom prst="rect">
              <a:avLst/>
            </a:prstGeom>
            <a:solidFill>
              <a:srgbClr val="F0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4" name="Google Shape;1814;p19"/>
            <p:cNvSpPr/>
            <p:nvPr/>
          </p:nvSpPr>
          <p:spPr>
            <a:xfrm>
              <a:off x="8445500" y="5086350"/>
              <a:ext cx="69900" cy="57300"/>
            </a:xfrm>
            <a:prstGeom prst="rect">
              <a:avLst/>
            </a:prstGeom>
            <a:solidFill>
              <a:srgbClr val="F25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5" name="Google Shape;1815;p19"/>
            <p:cNvSpPr/>
            <p:nvPr/>
          </p:nvSpPr>
          <p:spPr>
            <a:xfrm>
              <a:off x="8509000" y="5086350"/>
              <a:ext cx="69900" cy="57300"/>
            </a:xfrm>
            <a:prstGeom prst="rect">
              <a:avLst/>
            </a:prstGeom>
            <a:solidFill>
              <a:srgbClr val="F3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6" name="Google Shape;1816;p19"/>
            <p:cNvSpPr/>
            <p:nvPr/>
          </p:nvSpPr>
          <p:spPr>
            <a:xfrm>
              <a:off x="8572500" y="5086350"/>
              <a:ext cx="69900" cy="57300"/>
            </a:xfrm>
            <a:prstGeom prst="rect">
              <a:avLst/>
            </a:prstGeom>
            <a:solidFill>
              <a:srgbClr val="F4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7" name="Google Shape;1817;p19"/>
            <p:cNvSpPr/>
            <p:nvPr/>
          </p:nvSpPr>
          <p:spPr>
            <a:xfrm>
              <a:off x="8636000" y="5086350"/>
              <a:ext cx="69900" cy="57300"/>
            </a:xfrm>
            <a:prstGeom prst="rect">
              <a:avLst/>
            </a:prstGeom>
            <a:solidFill>
              <a:srgbClr val="F6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8" name="Google Shape;1818;p19"/>
            <p:cNvSpPr/>
            <p:nvPr/>
          </p:nvSpPr>
          <p:spPr>
            <a:xfrm>
              <a:off x="8699500" y="5086350"/>
              <a:ext cx="69900" cy="57300"/>
            </a:xfrm>
            <a:prstGeom prst="rect">
              <a:avLst/>
            </a:prstGeom>
            <a:solidFill>
              <a:srgbClr val="F7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9" name="Google Shape;1819;p19"/>
            <p:cNvSpPr/>
            <p:nvPr/>
          </p:nvSpPr>
          <p:spPr>
            <a:xfrm>
              <a:off x="8763000" y="5086350"/>
              <a:ext cx="69900" cy="57300"/>
            </a:xfrm>
            <a:prstGeom prst="rect">
              <a:avLst/>
            </a:prstGeom>
            <a:solidFill>
              <a:srgbClr val="F8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0" name="Google Shape;1820;p19"/>
            <p:cNvSpPr/>
            <p:nvPr/>
          </p:nvSpPr>
          <p:spPr>
            <a:xfrm>
              <a:off x="8826500" y="5086350"/>
              <a:ext cx="69900" cy="57300"/>
            </a:xfrm>
            <a:prstGeom prst="rect">
              <a:avLst/>
            </a:prstGeom>
            <a:solidFill>
              <a:srgbClr val="FA53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1" name="Google Shape;1821;p19"/>
            <p:cNvSpPr/>
            <p:nvPr/>
          </p:nvSpPr>
          <p:spPr>
            <a:xfrm>
              <a:off x="8890000" y="5086350"/>
              <a:ext cx="69900" cy="57300"/>
            </a:xfrm>
            <a:prstGeom prst="rect">
              <a:avLst/>
            </a:prstGeom>
            <a:solidFill>
              <a:srgbClr val="FB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2" name="Google Shape;1822;p19"/>
            <p:cNvSpPr/>
            <p:nvPr/>
          </p:nvSpPr>
          <p:spPr>
            <a:xfrm>
              <a:off x="8953500" y="5086350"/>
              <a:ext cx="69900" cy="573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3" name="Google Shape;1823;p19"/>
            <p:cNvSpPr/>
            <p:nvPr/>
          </p:nvSpPr>
          <p:spPr>
            <a:xfrm>
              <a:off x="9017000" y="5086350"/>
              <a:ext cx="69900" cy="57300"/>
            </a:xfrm>
            <a:prstGeom prst="rect">
              <a:avLst/>
            </a:prstGeom>
            <a:solidFill>
              <a:srgbClr val="FE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4" name="Google Shape;1824;p19"/>
            <p:cNvSpPr/>
            <p:nvPr/>
          </p:nvSpPr>
          <p:spPr>
            <a:xfrm>
              <a:off x="9080500" y="5086350"/>
              <a:ext cx="69900" cy="573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825" name="Google Shape;1825;p19"/>
          <p:cNvSpPr txBox="1"/>
          <p:nvPr/>
        </p:nvSpPr>
        <p:spPr>
          <a:xfrm>
            <a:off x="8524875" y="4867275"/>
            <a:ext cx="476400" cy="19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1100">
                <a:solidFill>
                  <a:srgbClr val="6D17EE"/>
                </a:solidFill>
                <a:latin typeface="Noto Sans JP"/>
                <a:ea typeface="Noto Sans JP"/>
                <a:cs typeface="Noto Sans JP"/>
                <a:sym typeface="Noto Sans JP"/>
              </a:rPr>
              <a:t>8</a:t>
            </a:r>
            <a:endParaRPr sz="1100">
              <a:solidFill>
                <a:srgbClr val="6D17EE"/>
              </a:solidFill>
              <a:latin typeface="Noto Sans JP"/>
              <a:ea typeface="Noto Sans JP"/>
              <a:cs typeface="Noto Sans JP"/>
              <a:sym typeface="Noto Sans JP"/>
            </a:endParaRPr>
          </a:p>
        </p:txBody>
      </p:sp>
      <p:pic>
        <p:nvPicPr>
          <p:cNvPr id="1826" name="Google Shape;1826;p19" title="logo_Google_for_Education_lockup_horizontal_RGB.png"/>
          <p:cNvPicPr preferRelativeResize="0"/>
          <p:nvPr/>
        </p:nvPicPr>
        <p:blipFill>
          <a:blip r:embed="rId3">
            <a:alphaModFix/>
          </a:blip>
          <a:stretch>
            <a:fillRect/>
          </a:stretch>
        </p:blipFill>
        <p:spPr>
          <a:xfrm>
            <a:off x="5985150" y="323750"/>
            <a:ext cx="2608101" cy="591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0" name="Shape 1830"/>
        <p:cNvGrpSpPr/>
        <p:nvPr/>
      </p:nvGrpSpPr>
      <p:grpSpPr>
        <a:xfrm>
          <a:off x="0" y="0"/>
          <a:ext cx="0" cy="0"/>
          <a:chOff x="0" y="0"/>
          <a:chExt cx="0" cy="0"/>
        </a:xfrm>
      </p:grpSpPr>
      <p:sp>
        <p:nvSpPr>
          <p:cNvPr id="1831" name="Google Shape;1831;p20"/>
          <p:cNvSpPr txBox="1"/>
          <p:nvPr/>
        </p:nvSpPr>
        <p:spPr>
          <a:xfrm>
            <a:off x="238125" y="298500"/>
            <a:ext cx="7905900" cy="30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rgbClr val="333333"/>
                </a:solidFill>
                <a:latin typeface="Noto Sans JP"/>
                <a:ea typeface="Noto Sans JP"/>
                <a:cs typeface="Noto Sans JP"/>
                <a:sym typeface="Noto Sans JP"/>
              </a:rPr>
              <a:t>ハイブリッド授業の基本構成と機材配置</a:t>
            </a:r>
            <a:endParaRPr b="1" sz="2400">
              <a:solidFill>
                <a:srgbClr val="333333"/>
              </a:solidFill>
              <a:latin typeface="Noto Sans JP"/>
              <a:ea typeface="Noto Sans JP"/>
              <a:cs typeface="Noto Sans JP"/>
              <a:sym typeface="Noto Sans JP"/>
            </a:endParaRPr>
          </a:p>
        </p:txBody>
      </p:sp>
      <p:grpSp>
        <p:nvGrpSpPr>
          <p:cNvPr id="1832" name="Google Shape;1832;p20"/>
          <p:cNvGrpSpPr/>
          <p:nvPr/>
        </p:nvGrpSpPr>
        <p:grpSpPr>
          <a:xfrm>
            <a:off x="238125" y="762000"/>
            <a:ext cx="5613400" cy="38100"/>
            <a:chOff x="238125" y="762000"/>
            <a:chExt cx="5613400" cy="38100"/>
          </a:xfrm>
        </p:grpSpPr>
        <p:sp>
          <p:nvSpPr>
            <p:cNvPr id="1833" name="Google Shape;1833;p20"/>
            <p:cNvSpPr/>
            <p:nvPr/>
          </p:nvSpPr>
          <p:spPr>
            <a:xfrm>
              <a:off x="238125" y="762000"/>
              <a:ext cx="38100" cy="38100"/>
            </a:xfrm>
            <a:prstGeom prst="ellipse">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4" name="Google Shape;1834;p20"/>
            <p:cNvSpPr/>
            <p:nvPr/>
          </p:nvSpPr>
          <p:spPr>
            <a:xfrm>
              <a:off x="5813425" y="762000"/>
              <a:ext cx="38100" cy="38100"/>
            </a:xfrm>
            <a:prstGeom prst="ellipse">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835" name="Google Shape;1835;p20"/>
            <p:cNvGrpSpPr/>
            <p:nvPr/>
          </p:nvGrpSpPr>
          <p:grpSpPr>
            <a:xfrm>
              <a:off x="257175" y="762000"/>
              <a:ext cx="5575379" cy="38100"/>
              <a:chOff x="25400000" y="0"/>
              <a:chExt cx="3816400" cy="38100"/>
            </a:xfrm>
          </p:grpSpPr>
          <p:sp>
            <p:nvSpPr>
              <p:cNvPr id="1836" name="Google Shape;1836;p20"/>
              <p:cNvSpPr/>
              <p:nvPr/>
            </p:nvSpPr>
            <p:spPr>
              <a:xfrm>
                <a:off x="25400000" y="0"/>
                <a:ext cx="699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7" name="Google Shape;1837;p20"/>
              <p:cNvSpPr/>
              <p:nvPr/>
            </p:nvSpPr>
            <p:spPr>
              <a:xfrm>
                <a:off x="25463500" y="0"/>
                <a:ext cx="69900" cy="381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8" name="Google Shape;1838;p20"/>
              <p:cNvSpPr/>
              <p:nvPr/>
            </p:nvSpPr>
            <p:spPr>
              <a:xfrm>
                <a:off x="25527000" y="0"/>
                <a:ext cx="69900" cy="38100"/>
              </a:xfrm>
              <a:prstGeom prst="rect">
                <a:avLst/>
              </a:prstGeom>
              <a:solidFill>
                <a:srgbClr val="48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9" name="Google Shape;1839;p20"/>
              <p:cNvSpPr/>
              <p:nvPr/>
            </p:nvSpPr>
            <p:spPr>
              <a:xfrm>
                <a:off x="25590500" y="0"/>
                <a:ext cx="69900" cy="38100"/>
              </a:xfrm>
              <a:prstGeom prst="rect">
                <a:avLst/>
              </a:prstGeom>
              <a:solidFill>
                <a:srgbClr val="4C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0" name="Google Shape;1840;p20"/>
              <p:cNvSpPr/>
              <p:nvPr/>
            </p:nvSpPr>
            <p:spPr>
              <a:xfrm>
                <a:off x="25654000" y="0"/>
                <a:ext cx="69900" cy="38100"/>
              </a:xfrm>
              <a:prstGeom prst="rect">
                <a:avLst/>
              </a:prstGeom>
              <a:solidFill>
                <a:srgbClr val="4F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1" name="Google Shape;1841;p20"/>
              <p:cNvSpPr/>
              <p:nvPr/>
            </p:nvSpPr>
            <p:spPr>
              <a:xfrm>
                <a:off x="25717500" y="0"/>
                <a:ext cx="69900" cy="381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2" name="Google Shape;1842;p20"/>
              <p:cNvSpPr/>
              <p:nvPr/>
            </p:nvSpPr>
            <p:spPr>
              <a:xfrm>
                <a:off x="25781000" y="0"/>
                <a:ext cx="69900" cy="381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3" name="Google Shape;1843;p20"/>
              <p:cNvSpPr/>
              <p:nvPr/>
            </p:nvSpPr>
            <p:spPr>
              <a:xfrm>
                <a:off x="25844500" y="0"/>
                <a:ext cx="69900" cy="381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4" name="Google Shape;1844;p20"/>
              <p:cNvSpPr/>
              <p:nvPr/>
            </p:nvSpPr>
            <p:spPr>
              <a:xfrm>
                <a:off x="25908000" y="0"/>
                <a:ext cx="69900" cy="381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5" name="Google Shape;1845;p20"/>
              <p:cNvSpPr/>
              <p:nvPr/>
            </p:nvSpPr>
            <p:spPr>
              <a:xfrm>
                <a:off x="25971500" y="0"/>
                <a:ext cx="69900" cy="381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6" name="Google Shape;1846;p20"/>
              <p:cNvSpPr/>
              <p:nvPr/>
            </p:nvSpPr>
            <p:spPr>
              <a:xfrm>
                <a:off x="26035000" y="0"/>
                <a:ext cx="69900" cy="381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7" name="Google Shape;1847;p20"/>
              <p:cNvSpPr/>
              <p:nvPr/>
            </p:nvSpPr>
            <p:spPr>
              <a:xfrm>
                <a:off x="26098500" y="0"/>
                <a:ext cx="69900" cy="38100"/>
              </a:xfrm>
              <a:prstGeom prst="rect">
                <a:avLst/>
              </a:prstGeom>
              <a:solidFill>
                <a:srgbClr val="65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8" name="Google Shape;1848;p20"/>
              <p:cNvSpPr/>
              <p:nvPr/>
            </p:nvSpPr>
            <p:spPr>
              <a:xfrm>
                <a:off x="26162000" y="0"/>
                <a:ext cx="69900" cy="381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9" name="Google Shape;1849;p20"/>
              <p:cNvSpPr/>
              <p:nvPr/>
            </p:nvSpPr>
            <p:spPr>
              <a:xfrm>
                <a:off x="26225500" y="0"/>
                <a:ext cx="69900" cy="381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0" name="Google Shape;1850;p20"/>
              <p:cNvSpPr/>
              <p:nvPr/>
            </p:nvSpPr>
            <p:spPr>
              <a:xfrm>
                <a:off x="26289000" y="0"/>
                <a:ext cx="69900" cy="381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1" name="Google Shape;1851;p20"/>
              <p:cNvSpPr/>
              <p:nvPr/>
            </p:nvSpPr>
            <p:spPr>
              <a:xfrm>
                <a:off x="26352500" y="0"/>
                <a:ext cx="69900" cy="381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2" name="Google Shape;1852;p20"/>
              <p:cNvSpPr/>
              <p:nvPr/>
            </p:nvSpPr>
            <p:spPr>
              <a:xfrm>
                <a:off x="26416000" y="0"/>
                <a:ext cx="69900" cy="38100"/>
              </a:xfrm>
              <a:prstGeom prst="rect">
                <a:avLst/>
              </a:prstGeom>
              <a:solidFill>
                <a:srgbClr val="75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3" name="Google Shape;1853;p20"/>
              <p:cNvSpPr/>
              <p:nvPr/>
            </p:nvSpPr>
            <p:spPr>
              <a:xfrm>
                <a:off x="26479500" y="0"/>
                <a:ext cx="69900" cy="381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4" name="Google Shape;1854;p20"/>
              <p:cNvSpPr/>
              <p:nvPr/>
            </p:nvSpPr>
            <p:spPr>
              <a:xfrm>
                <a:off x="26543000" y="0"/>
                <a:ext cx="69900" cy="381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5" name="Google Shape;1855;p20"/>
              <p:cNvSpPr/>
              <p:nvPr/>
            </p:nvSpPr>
            <p:spPr>
              <a:xfrm>
                <a:off x="26606500" y="0"/>
                <a:ext cx="69900" cy="381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6" name="Google Shape;1856;p20"/>
              <p:cNvSpPr/>
              <p:nvPr/>
            </p:nvSpPr>
            <p:spPr>
              <a:xfrm>
                <a:off x="26670000" y="0"/>
                <a:ext cx="69900" cy="38100"/>
              </a:xfrm>
              <a:prstGeom prst="rect">
                <a:avLst/>
              </a:prstGeom>
              <a:solidFill>
                <a:srgbClr val="82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7" name="Google Shape;1857;p20"/>
              <p:cNvSpPr/>
              <p:nvPr/>
            </p:nvSpPr>
            <p:spPr>
              <a:xfrm>
                <a:off x="26733500" y="0"/>
                <a:ext cx="69900" cy="381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8" name="Google Shape;1858;p20"/>
              <p:cNvSpPr/>
              <p:nvPr/>
            </p:nvSpPr>
            <p:spPr>
              <a:xfrm>
                <a:off x="26797000" y="0"/>
                <a:ext cx="69900" cy="381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9" name="Google Shape;1859;p20"/>
              <p:cNvSpPr/>
              <p:nvPr/>
            </p:nvSpPr>
            <p:spPr>
              <a:xfrm>
                <a:off x="26860500" y="0"/>
                <a:ext cx="69900" cy="381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0" name="Google Shape;1860;p20"/>
              <p:cNvSpPr/>
              <p:nvPr/>
            </p:nvSpPr>
            <p:spPr>
              <a:xfrm>
                <a:off x="26924000" y="0"/>
                <a:ext cx="69900" cy="381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1" name="Google Shape;1861;p20"/>
              <p:cNvSpPr/>
              <p:nvPr/>
            </p:nvSpPr>
            <p:spPr>
              <a:xfrm>
                <a:off x="26987500" y="0"/>
                <a:ext cx="69900" cy="38100"/>
              </a:xfrm>
              <a:prstGeom prst="rect">
                <a:avLst/>
              </a:prstGeom>
              <a:solidFill>
                <a:srgbClr val="92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2" name="Google Shape;1862;p20"/>
              <p:cNvSpPr/>
              <p:nvPr/>
            </p:nvSpPr>
            <p:spPr>
              <a:xfrm>
                <a:off x="27051000" y="0"/>
                <a:ext cx="69900" cy="381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3" name="Google Shape;1863;p20"/>
              <p:cNvSpPr/>
              <p:nvPr/>
            </p:nvSpPr>
            <p:spPr>
              <a:xfrm>
                <a:off x="27114500" y="0"/>
                <a:ext cx="69900" cy="381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4" name="Google Shape;1864;p20"/>
              <p:cNvSpPr/>
              <p:nvPr/>
            </p:nvSpPr>
            <p:spPr>
              <a:xfrm>
                <a:off x="27178000" y="0"/>
                <a:ext cx="69900" cy="381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5" name="Google Shape;1865;p20"/>
              <p:cNvSpPr/>
              <p:nvPr/>
            </p:nvSpPr>
            <p:spPr>
              <a:xfrm>
                <a:off x="27241500" y="0"/>
                <a:ext cx="69900" cy="381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6" name="Google Shape;1866;p20"/>
              <p:cNvSpPr/>
              <p:nvPr/>
            </p:nvSpPr>
            <p:spPr>
              <a:xfrm>
                <a:off x="27305000" y="0"/>
                <a:ext cx="69900" cy="381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7" name="Google Shape;1867;p20"/>
              <p:cNvSpPr/>
              <p:nvPr/>
            </p:nvSpPr>
            <p:spPr>
              <a:xfrm>
                <a:off x="27368500" y="0"/>
                <a:ext cx="69900" cy="381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8" name="Google Shape;1868;p20"/>
              <p:cNvSpPr/>
              <p:nvPr/>
            </p:nvSpPr>
            <p:spPr>
              <a:xfrm>
                <a:off x="27432000" y="0"/>
                <a:ext cx="69900" cy="381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9" name="Google Shape;1869;p20"/>
              <p:cNvSpPr/>
              <p:nvPr/>
            </p:nvSpPr>
            <p:spPr>
              <a:xfrm>
                <a:off x="27495500" y="0"/>
                <a:ext cx="69900" cy="381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0" name="Google Shape;1870;p20"/>
              <p:cNvSpPr/>
              <p:nvPr/>
            </p:nvSpPr>
            <p:spPr>
              <a:xfrm>
                <a:off x="27559000" y="0"/>
                <a:ext cx="69900" cy="38100"/>
              </a:xfrm>
              <a:prstGeom prst="rect">
                <a:avLst/>
              </a:prstGeom>
              <a:solidFill>
                <a:srgbClr val="AF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1" name="Google Shape;1871;p20"/>
              <p:cNvSpPr/>
              <p:nvPr/>
            </p:nvSpPr>
            <p:spPr>
              <a:xfrm>
                <a:off x="27622500" y="0"/>
                <a:ext cx="69900" cy="381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2" name="Google Shape;1872;p20"/>
              <p:cNvSpPr/>
              <p:nvPr/>
            </p:nvSpPr>
            <p:spPr>
              <a:xfrm>
                <a:off x="27686000" y="0"/>
                <a:ext cx="69900" cy="381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3" name="Google Shape;1873;p20"/>
              <p:cNvSpPr/>
              <p:nvPr/>
            </p:nvSpPr>
            <p:spPr>
              <a:xfrm>
                <a:off x="27749500" y="0"/>
                <a:ext cx="69900" cy="381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4" name="Google Shape;1874;p20"/>
              <p:cNvSpPr/>
              <p:nvPr/>
            </p:nvSpPr>
            <p:spPr>
              <a:xfrm>
                <a:off x="27813000" y="0"/>
                <a:ext cx="69900" cy="381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5" name="Google Shape;1875;p20"/>
              <p:cNvSpPr/>
              <p:nvPr/>
            </p:nvSpPr>
            <p:spPr>
              <a:xfrm>
                <a:off x="27876500" y="0"/>
                <a:ext cx="69900" cy="38100"/>
              </a:xfrm>
              <a:prstGeom prst="rect">
                <a:avLst/>
              </a:prstGeom>
              <a:solidFill>
                <a:srgbClr val="BF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6" name="Google Shape;1876;p20"/>
              <p:cNvSpPr/>
              <p:nvPr/>
            </p:nvSpPr>
            <p:spPr>
              <a:xfrm>
                <a:off x="27940000" y="0"/>
                <a:ext cx="69900" cy="381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7" name="Google Shape;1877;p20"/>
              <p:cNvSpPr/>
              <p:nvPr/>
            </p:nvSpPr>
            <p:spPr>
              <a:xfrm>
                <a:off x="28003500" y="0"/>
                <a:ext cx="69900" cy="381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8" name="Google Shape;1878;p20"/>
              <p:cNvSpPr/>
              <p:nvPr/>
            </p:nvSpPr>
            <p:spPr>
              <a:xfrm>
                <a:off x="28067000" y="0"/>
                <a:ext cx="69900" cy="381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9" name="Google Shape;1879;p20"/>
              <p:cNvSpPr/>
              <p:nvPr/>
            </p:nvSpPr>
            <p:spPr>
              <a:xfrm>
                <a:off x="28130500" y="0"/>
                <a:ext cx="69900" cy="38100"/>
              </a:xfrm>
              <a:prstGeom prst="rect">
                <a:avLst/>
              </a:prstGeom>
              <a:solidFill>
                <a:srgbClr val="CC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0" name="Google Shape;1880;p20"/>
              <p:cNvSpPr/>
              <p:nvPr/>
            </p:nvSpPr>
            <p:spPr>
              <a:xfrm>
                <a:off x="28194000" y="0"/>
                <a:ext cx="69900" cy="381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1" name="Google Shape;1881;p20"/>
              <p:cNvSpPr/>
              <p:nvPr/>
            </p:nvSpPr>
            <p:spPr>
              <a:xfrm>
                <a:off x="28257500" y="0"/>
                <a:ext cx="69900" cy="381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2" name="Google Shape;1882;p20"/>
              <p:cNvSpPr/>
              <p:nvPr/>
            </p:nvSpPr>
            <p:spPr>
              <a:xfrm>
                <a:off x="28321000" y="0"/>
                <a:ext cx="69900" cy="381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3" name="Google Shape;1883;p20"/>
              <p:cNvSpPr/>
              <p:nvPr/>
            </p:nvSpPr>
            <p:spPr>
              <a:xfrm>
                <a:off x="28384500" y="0"/>
                <a:ext cx="69900" cy="381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4" name="Google Shape;1884;p20"/>
              <p:cNvSpPr/>
              <p:nvPr/>
            </p:nvSpPr>
            <p:spPr>
              <a:xfrm>
                <a:off x="28448000" y="0"/>
                <a:ext cx="69900" cy="38100"/>
              </a:xfrm>
              <a:prstGeom prst="rect">
                <a:avLst/>
              </a:prstGeom>
              <a:solidFill>
                <a:srgbClr val="DC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5" name="Google Shape;1885;p20"/>
              <p:cNvSpPr/>
              <p:nvPr/>
            </p:nvSpPr>
            <p:spPr>
              <a:xfrm>
                <a:off x="28511500" y="0"/>
                <a:ext cx="69900" cy="381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6" name="Google Shape;1886;p20"/>
              <p:cNvSpPr/>
              <p:nvPr/>
            </p:nvSpPr>
            <p:spPr>
              <a:xfrm>
                <a:off x="28575000" y="0"/>
                <a:ext cx="69900" cy="381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7" name="Google Shape;1887;p20"/>
              <p:cNvSpPr/>
              <p:nvPr/>
            </p:nvSpPr>
            <p:spPr>
              <a:xfrm>
                <a:off x="28638500" y="0"/>
                <a:ext cx="69900" cy="381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8" name="Google Shape;1888;p20"/>
              <p:cNvSpPr/>
              <p:nvPr/>
            </p:nvSpPr>
            <p:spPr>
              <a:xfrm>
                <a:off x="28702000" y="0"/>
                <a:ext cx="69900" cy="381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9" name="Google Shape;1889;p20"/>
              <p:cNvSpPr/>
              <p:nvPr/>
            </p:nvSpPr>
            <p:spPr>
              <a:xfrm>
                <a:off x="28765500" y="0"/>
                <a:ext cx="69900" cy="381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0" name="Google Shape;1890;p20"/>
              <p:cNvSpPr/>
              <p:nvPr/>
            </p:nvSpPr>
            <p:spPr>
              <a:xfrm>
                <a:off x="28829000" y="0"/>
                <a:ext cx="69900" cy="381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1" name="Google Shape;1891;p20"/>
              <p:cNvSpPr/>
              <p:nvPr/>
            </p:nvSpPr>
            <p:spPr>
              <a:xfrm>
                <a:off x="28892500" y="0"/>
                <a:ext cx="69900" cy="38100"/>
              </a:xfrm>
              <a:prstGeom prst="rect">
                <a:avLst/>
              </a:prstGeom>
              <a:solidFill>
                <a:srgbClr val="F2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2" name="Google Shape;1892;p20"/>
              <p:cNvSpPr/>
              <p:nvPr/>
            </p:nvSpPr>
            <p:spPr>
              <a:xfrm>
                <a:off x="28956000" y="0"/>
                <a:ext cx="69900" cy="38100"/>
              </a:xfrm>
              <a:prstGeom prst="rect">
                <a:avLst/>
              </a:prstGeom>
              <a:solidFill>
                <a:srgbClr val="F5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3" name="Google Shape;1893;p20"/>
              <p:cNvSpPr/>
              <p:nvPr/>
            </p:nvSpPr>
            <p:spPr>
              <a:xfrm>
                <a:off x="29019500" y="0"/>
                <a:ext cx="69900" cy="38100"/>
              </a:xfrm>
              <a:prstGeom prst="rect">
                <a:avLst/>
              </a:prstGeom>
              <a:solidFill>
                <a:srgbClr val="F9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4" name="Google Shape;1894;p20"/>
              <p:cNvSpPr/>
              <p:nvPr/>
            </p:nvSpPr>
            <p:spPr>
              <a:xfrm>
                <a:off x="29083000" y="0"/>
                <a:ext cx="69900" cy="381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5" name="Google Shape;1895;p20"/>
              <p:cNvSpPr/>
              <p:nvPr/>
            </p:nvSpPr>
            <p:spPr>
              <a:xfrm>
                <a:off x="29146500" y="0"/>
                <a:ext cx="69900" cy="381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896" name="Google Shape;1896;p20"/>
          <p:cNvSpPr txBox="1"/>
          <p:nvPr/>
        </p:nvSpPr>
        <p:spPr>
          <a:xfrm>
            <a:off x="238125" y="857250"/>
            <a:ext cx="65286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rgbClr val="333333"/>
                </a:solidFill>
                <a:latin typeface="Noto Sans JP"/>
                <a:ea typeface="Noto Sans JP"/>
                <a:cs typeface="Noto Sans JP"/>
                <a:sym typeface="Noto Sans JP"/>
              </a:rPr>
              <a:t>機材を増やしすぎずシンプルな構成で持続可能な運用を目指します</a:t>
            </a:r>
            <a:endParaRPr sz="1600">
              <a:solidFill>
                <a:srgbClr val="333333"/>
              </a:solidFill>
              <a:latin typeface="Noto Sans JP"/>
              <a:ea typeface="Noto Sans JP"/>
              <a:cs typeface="Noto Sans JP"/>
              <a:sym typeface="Noto Sans JP"/>
            </a:endParaRPr>
          </a:p>
        </p:txBody>
      </p:sp>
      <p:sp>
        <p:nvSpPr>
          <p:cNvPr id="1897" name="Google Shape;1897;p20"/>
          <p:cNvSpPr/>
          <p:nvPr/>
        </p:nvSpPr>
        <p:spPr>
          <a:xfrm>
            <a:off x="238125" y="1505100"/>
            <a:ext cx="2736900" cy="381000"/>
          </a:xfrm>
          <a:prstGeom prst="rect">
            <a:avLst/>
          </a:prstGeom>
          <a:solidFill>
            <a:srgbClr val="6D17EE"/>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600">
                <a:solidFill>
                  <a:srgbClr val="FEFEFE"/>
                </a:solidFill>
                <a:latin typeface="Noto Sans JP"/>
                <a:ea typeface="Noto Sans JP"/>
                <a:cs typeface="Noto Sans JP"/>
                <a:sym typeface="Noto Sans JP"/>
              </a:rPr>
              <a:t>前方・教壇エリア</a:t>
            </a:r>
            <a:endParaRPr b="1" sz="1600">
              <a:solidFill>
                <a:srgbClr val="FEFEFE"/>
              </a:solidFill>
              <a:latin typeface="Noto Sans JP"/>
              <a:ea typeface="Noto Sans JP"/>
              <a:cs typeface="Noto Sans JP"/>
              <a:sym typeface="Noto Sans JP"/>
            </a:endParaRPr>
          </a:p>
        </p:txBody>
      </p:sp>
      <p:sp>
        <p:nvSpPr>
          <p:cNvPr id="1898" name="Google Shape;1898;p20"/>
          <p:cNvSpPr/>
          <p:nvPr/>
        </p:nvSpPr>
        <p:spPr>
          <a:xfrm>
            <a:off x="238125" y="1885950"/>
            <a:ext cx="2736900" cy="2857500"/>
          </a:xfrm>
          <a:prstGeom prst="rect">
            <a:avLst/>
          </a:prstGeom>
          <a:solidFill>
            <a:srgbClr val="FEFEFE"/>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9" name="Google Shape;1899;p20"/>
          <p:cNvSpPr/>
          <p:nvPr/>
        </p:nvSpPr>
        <p:spPr>
          <a:xfrm>
            <a:off x="333375" y="2200275"/>
            <a:ext cx="2546400" cy="666900"/>
          </a:xfrm>
          <a:prstGeom prst="roundRect">
            <a:avLst>
              <a:gd fmla="val 16667" name="adj"/>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黒板とプロジェクター用</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スクリーンを配置</a:t>
            </a:r>
            <a:endParaRPr>
              <a:solidFill>
                <a:srgbClr val="1F2937"/>
              </a:solidFill>
              <a:latin typeface="Noto Sans JP"/>
              <a:ea typeface="Noto Sans JP"/>
              <a:cs typeface="Noto Sans JP"/>
              <a:sym typeface="Noto Sans JP"/>
            </a:endParaRPr>
          </a:p>
        </p:txBody>
      </p:sp>
      <p:sp>
        <p:nvSpPr>
          <p:cNvPr id="1900" name="Google Shape;1900;p20"/>
          <p:cNvSpPr/>
          <p:nvPr/>
        </p:nvSpPr>
        <p:spPr>
          <a:xfrm>
            <a:off x="333375" y="2981325"/>
            <a:ext cx="2546400" cy="666900"/>
          </a:xfrm>
          <a:prstGeom prst="roundRect">
            <a:avLst>
              <a:gd fmla="val 16667" name="adj"/>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教師はピンマイクを</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装着して自由に移動</a:t>
            </a:r>
            <a:endParaRPr>
              <a:solidFill>
                <a:srgbClr val="1F2937"/>
              </a:solidFill>
              <a:latin typeface="Noto Sans JP"/>
              <a:ea typeface="Noto Sans JP"/>
              <a:cs typeface="Noto Sans JP"/>
              <a:sym typeface="Noto Sans JP"/>
            </a:endParaRPr>
          </a:p>
        </p:txBody>
      </p:sp>
      <p:sp>
        <p:nvSpPr>
          <p:cNvPr id="1901" name="Google Shape;1901;p20"/>
          <p:cNvSpPr/>
          <p:nvPr/>
        </p:nvSpPr>
        <p:spPr>
          <a:xfrm>
            <a:off x="333375" y="3762375"/>
            <a:ext cx="2546400" cy="666900"/>
          </a:xfrm>
          <a:prstGeom prst="roundRect">
            <a:avLst>
              <a:gd fmla="val 16667" name="adj"/>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タブレットを三脚で</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固定して教師と黒板を撮影</a:t>
            </a:r>
            <a:endParaRPr>
              <a:solidFill>
                <a:srgbClr val="1F2937"/>
              </a:solidFill>
              <a:latin typeface="Noto Sans JP"/>
              <a:ea typeface="Noto Sans JP"/>
              <a:cs typeface="Noto Sans JP"/>
              <a:sym typeface="Noto Sans JP"/>
            </a:endParaRPr>
          </a:p>
        </p:txBody>
      </p:sp>
      <p:sp>
        <p:nvSpPr>
          <p:cNvPr id="1902" name="Google Shape;1902;p20"/>
          <p:cNvSpPr/>
          <p:nvPr/>
        </p:nvSpPr>
        <p:spPr>
          <a:xfrm>
            <a:off x="3203575" y="1505100"/>
            <a:ext cx="2736900" cy="381000"/>
          </a:xfrm>
          <a:prstGeom prst="rect">
            <a:avLst/>
          </a:prstGeom>
          <a:solidFill>
            <a:srgbClr val="6D17EE"/>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600">
                <a:solidFill>
                  <a:srgbClr val="FEFEFE"/>
                </a:solidFill>
                <a:latin typeface="Noto Sans JP"/>
                <a:ea typeface="Noto Sans JP"/>
                <a:cs typeface="Noto Sans JP"/>
                <a:sym typeface="Noto Sans JP"/>
              </a:rPr>
              <a:t>教師用Surface</a:t>
            </a:r>
            <a:endParaRPr b="1" sz="1600">
              <a:solidFill>
                <a:srgbClr val="FEFEFE"/>
              </a:solidFill>
              <a:latin typeface="Noto Sans JP"/>
              <a:ea typeface="Noto Sans JP"/>
              <a:cs typeface="Noto Sans JP"/>
              <a:sym typeface="Noto Sans JP"/>
            </a:endParaRPr>
          </a:p>
        </p:txBody>
      </p:sp>
      <p:sp>
        <p:nvSpPr>
          <p:cNvPr id="1903" name="Google Shape;1903;p20"/>
          <p:cNvSpPr/>
          <p:nvPr/>
        </p:nvSpPr>
        <p:spPr>
          <a:xfrm>
            <a:off x="3203575" y="1885950"/>
            <a:ext cx="2736900" cy="2857500"/>
          </a:xfrm>
          <a:prstGeom prst="rect">
            <a:avLst/>
          </a:prstGeom>
          <a:solidFill>
            <a:srgbClr val="FEFEFE"/>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4" name="Google Shape;1904;p20"/>
          <p:cNvSpPr/>
          <p:nvPr/>
        </p:nvSpPr>
        <p:spPr>
          <a:xfrm>
            <a:off x="3298825" y="2590800"/>
            <a:ext cx="2546400" cy="666900"/>
          </a:xfrm>
          <a:prstGeom prst="roundRect">
            <a:avLst>
              <a:gd fmla="val 16667" name="adj"/>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デジタル教材を表示し</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Meetで画面共有を実行</a:t>
            </a:r>
            <a:endParaRPr>
              <a:solidFill>
                <a:srgbClr val="1F2937"/>
              </a:solidFill>
              <a:latin typeface="Noto Sans JP"/>
              <a:ea typeface="Noto Sans JP"/>
              <a:cs typeface="Noto Sans JP"/>
              <a:sym typeface="Noto Sans JP"/>
            </a:endParaRPr>
          </a:p>
        </p:txBody>
      </p:sp>
      <p:sp>
        <p:nvSpPr>
          <p:cNvPr id="1905" name="Google Shape;1905;p20"/>
          <p:cNvSpPr/>
          <p:nvPr/>
        </p:nvSpPr>
        <p:spPr>
          <a:xfrm>
            <a:off x="3298825" y="3371850"/>
            <a:ext cx="2546400" cy="666900"/>
          </a:xfrm>
          <a:prstGeom prst="roundRect">
            <a:avLst>
              <a:gd fmla="val 16667" name="adj"/>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Windowsサウンドレコーダーで授業音声を裏で録音</a:t>
            </a:r>
            <a:endParaRPr>
              <a:solidFill>
                <a:srgbClr val="1F2937"/>
              </a:solidFill>
              <a:latin typeface="Noto Sans JP"/>
              <a:ea typeface="Noto Sans JP"/>
              <a:cs typeface="Noto Sans JP"/>
              <a:sym typeface="Noto Sans JP"/>
            </a:endParaRPr>
          </a:p>
        </p:txBody>
      </p:sp>
      <p:sp>
        <p:nvSpPr>
          <p:cNvPr id="1906" name="Google Shape;1906;p20"/>
          <p:cNvSpPr/>
          <p:nvPr/>
        </p:nvSpPr>
        <p:spPr>
          <a:xfrm>
            <a:off x="6169025" y="1505100"/>
            <a:ext cx="2736900" cy="381000"/>
          </a:xfrm>
          <a:prstGeom prst="rect">
            <a:avLst/>
          </a:prstGeom>
          <a:solidFill>
            <a:srgbClr val="6D17EE"/>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600">
                <a:solidFill>
                  <a:srgbClr val="FEFEFE"/>
                </a:solidFill>
                <a:latin typeface="Noto Sans JP"/>
                <a:ea typeface="Noto Sans JP"/>
                <a:cs typeface="Noto Sans JP"/>
                <a:sym typeface="Noto Sans JP"/>
              </a:rPr>
              <a:t>生徒の受講環境</a:t>
            </a:r>
            <a:endParaRPr b="1" sz="1600">
              <a:solidFill>
                <a:srgbClr val="FEFEFE"/>
              </a:solidFill>
              <a:latin typeface="Noto Sans JP"/>
              <a:ea typeface="Noto Sans JP"/>
              <a:cs typeface="Noto Sans JP"/>
              <a:sym typeface="Noto Sans JP"/>
            </a:endParaRPr>
          </a:p>
        </p:txBody>
      </p:sp>
      <p:sp>
        <p:nvSpPr>
          <p:cNvPr id="1907" name="Google Shape;1907;p20"/>
          <p:cNvSpPr/>
          <p:nvPr/>
        </p:nvSpPr>
        <p:spPr>
          <a:xfrm>
            <a:off x="6169025" y="1885950"/>
            <a:ext cx="2736900" cy="2857500"/>
          </a:xfrm>
          <a:prstGeom prst="rect">
            <a:avLst/>
          </a:prstGeom>
          <a:solidFill>
            <a:srgbClr val="FEFEFE"/>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8" name="Google Shape;1908;p20"/>
          <p:cNvSpPr/>
          <p:nvPr/>
        </p:nvSpPr>
        <p:spPr>
          <a:xfrm>
            <a:off x="6264275" y="2590800"/>
            <a:ext cx="2546400" cy="666900"/>
          </a:xfrm>
          <a:prstGeom prst="roundRect">
            <a:avLst>
              <a:gd fmla="val 16667" name="adj"/>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教室の生徒：</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プロジェクターで</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投影された教材を見る</a:t>
            </a:r>
            <a:endParaRPr>
              <a:solidFill>
                <a:srgbClr val="1F2937"/>
              </a:solidFill>
              <a:latin typeface="Noto Sans JP"/>
              <a:ea typeface="Noto Sans JP"/>
              <a:cs typeface="Noto Sans JP"/>
              <a:sym typeface="Noto Sans JP"/>
            </a:endParaRPr>
          </a:p>
        </p:txBody>
      </p:sp>
      <p:sp>
        <p:nvSpPr>
          <p:cNvPr id="1909" name="Google Shape;1909;p20"/>
          <p:cNvSpPr/>
          <p:nvPr/>
        </p:nvSpPr>
        <p:spPr>
          <a:xfrm>
            <a:off x="6264275" y="3371850"/>
            <a:ext cx="2546400" cy="666900"/>
          </a:xfrm>
          <a:prstGeom prst="roundRect">
            <a:avLst>
              <a:gd fmla="val 16667" name="adj"/>
            </a:avLst>
          </a:prstGeom>
          <a:solidFill>
            <a:srgbClr val="FEFEFE"/>
          </a:solidFill>
          <a:ln cap="flat" cmpd="sng" w="19050">
            <a:solidFill>
              <a:srgbClr val="6D17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1F2937"/>
                </a:solidFill>
                <a:latin typeface="Noto Sans JP"/>
                <a:ea typeface="Noto Sans JP"/>
                <a:cs typeface="Noto Sans JP"/>
                <a:sym typeface="Noto Sans JP"/>
              </a:rPr>
              <a:t>オンラインの生徒：</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Meetの画面共有で</a:t>
            </a:r>
            <a:br>
              <a:rPr lang="ja">
                <a:solidFill>
                  <a:srgbClr val="1F2937"/>
                </a:solidFill>
                <a:latin typeface="Noto Sans JP"/>
                <a:ea typeface="Noto Sans JP"/>
                <a:cs typeface="Noto Sans JP"/>
                <a:sym typeface="Noto Sans JP"/>
              </a:rPr>
            </a:br>
            <a:r>
              <a:rPr lang="ja">
                <a:solidFill>
                  <a:srgbClr val="1F2937"/>
                </a:solidFill>
                <a:latin typeface="Noto Sans JP"/>
                <a:ea typeface="Noto Sans JP"/>
                <a:cs typeface="Noto Sans JP"/>
                <a:sym typeface="Noto Sans JP"/>
              </a:rPr>
              <a:t>自宅から受講</a:t>
            </a:r>
            <a:endParaRPr>
              <a:solidFill>
                <a:srgbClr val="1F2937"/>
              </a:solidFill>
              <a:latin typeface="Noto Sans JP"/>
              <a:ea typeface="Noto Sans JP"/>
              <a:cs typeface="Noto Sans JP"/>
              <a:sym typeface="Noto Sans JP"/>
            </a:endParaRPr>
          </a:p>
        </p:txBody>
      </p:sp>
      <p:cxnSp>
        <p:nvCxnSpPr>
          <p:cNvPr id="1910" name="Google Shape;1910;p20"/>
          <p:cNvCxnSpPr/>
          <p:nvPr/>
        </p:nvCxnSpPr>
        <p:spPr>
          <a:xfrm>
            <a:off x="2879725" y="2533650"/>
            <a:ext cx="419100" cy="390600"/>
          </a:xfrm>
          <a:prstGeom prst="straightConnector1">
            <a:avLst/>
          </a:prstGeom>
          <a:noFill/>
          <a:ln cap="flat" cmpd="sng" w="38100">
            <a:solidFill>
              <a:srgbClr val="6D17EE"/>
            </a:solidFill>
            <a:prstDash val="solid"/>
            <a:round/>
            <a:headEnd len="med" w="med" type="none"/>
            <a:tailEnd len="med" w="med" type="stealth"/>
          </a:ln>
        </p:spPr>
      </p:cxnSp>
      <p:cxnSp>
        <p:nvCxnSpPr>
          <p:cNvPr id="1911" name="Google Shape;1911;p20"/>
          <p:cNvCxnSpPr/>
          <p:nvPr/>
        </p:nvCxnSpPr>
        <p:spPr>
          <a:xfrm>
            <a:off x="2879725" y="3314700"/>
            <a:ext cx="419100" cy="390600"/>
          </a:xfrm>
          <a:prstGeom prst="straightConnector1">
            <a:avLst/>
          </a:prstGeom>
          <a:noFill/>
          <a:ln cap="flat" cmpd="sng" w="38100">
            <a:solidFill>
              <a:srgbClr val="6D17EE"/>
            </a:solidFill>
            <a:prstDash val="solid"/>
            <a:round/>
            <a:headEnd len="med" w="med" type="none"/>
            <a:tailEnd len="med" w="med" type="stealth"/>
          </a:ln>
        </p:spPr>
      </p:cxnSp>
      <p:cxnSp>
        <p:nvCxnSpPr>
          <p:cNvPr id="1912" name="Google Shape;1912;p20"/>
          <p:cNvCxnSpPr/>
          <p:nvPr/>
        </p:nvCxnSpPr>
        <p:spPr>
          <a:xfrm>
            <a:off x="5845175" y="2924175"/>
            <a:ext cx="419100" cy="0"/>
          </a:xfrm>
          <a:prstGeom prst="straightConnector1">
            <a:avLst/>
          </a:prstGeom>
          <a:noFill/>
          <a:ln cap="flat" cmpd="sng" w="38100">
            <a:solidFill>
              <a:srgbClr val="6D17EE"/>
            </a:solidFill>
            <a:prstDash val="solid"/>
            <a:round/>
            <a:headEnd len="med" w="med" type="none"/>
            <a:tailEnd len="med" w="med" type="stealth"/>
          </a:ln>
        </p:spPr>
      </p:cxnSp>
      <p:cxnSp>
        <p:nvCxnSpPr>
          <p:cNvPr id="1913" name="Google Shape;1913;p20"/>
          <p:cNvCxnSpPr/>
          <p:nvPr/>
        </p:nvCxnSpPr>
        <p:spPr>
          <a:xfrm>
            <a:off x="5845175" y="3705225"/>
            <a:ext cx="419100" cy="0"/>
          </a:xfrm>
          <a:prstGeom prst="straightConnector1">
            <a:avLst/>
          </a:prstGeom>
          <a:noFill/>
          <a:ln cap="flat" cmpd="sng" w="38100">
            <a:solidFill>
              <a:srgbClr val="6D17EE"/>
            </a:solidFill>
            <a:prstDash val="solid"/>
            <a:round/>
            <a:headEnd len="med" w="med" type="none"/>
            <a:tailEnd len="med" w="med" type="stealth"/>
          </a:ln>
        </p:spPr>
      </p:cxnSp>
      <p:grpSp>
        <p:nvGrpSpPr>
          <p:cNvPr id="1914" name="Google Shape;1914;p20"/>
          <p:cNvGrpSpPr/>
          <p:nvPr/>
        </p:nvGrpSpPr>
        <p:grpSpPr>
          <a:xfrm>
            <a:off x="0" y="5086350"/>
            <a:ext cx="9150400" cy="57300"/>
            <a:chOff x="0" y="5086350"/>
            <a:chExt cx="9150400" cy="57300"/>
          </a:xfrm>
        </p:grpSpPr>
        <p:sp>
          <p:nvSpPr>
            <p:cNvPr id="1915" name="Google Shape;1915;p20"/>
            <p:cNvSpPr/>
            <p:nvPr/>
          </p:nvSpPr>
          <p:spPr>
            <a:xfrm>
              <a:off x="0" y="5086350"/>
              <a:ext cx="699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6" name="Google Shape;1916;p20"/>
            <p:cNvSpPr/>
            <p:nvPr/>
          </p:nvSpPr>
          <p:spPr>
            <a:xfrm>
              <a:off x="63500" y="5086350"/>
              <a:ext cx="69900" cy="57300"/>
            </a:xfrm>
            <a:prstGeom prst="rect">
              <a:avLst/>
            </a:prstGeom>
            <a:solidFill>
              <a:srgbClr val="43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7" name="Google Shape;1917;p20"/>
            <p:cNvSpPr/>
            <p:nvPr/>
          </p:nvSpPr>
          <p:spPr>
            <a:xfrm>
              <a:off x="127000" y="5086350"/>
              <a:ext cx="69900" cy="57300"/>
            </a:xfrm>
            <a:prstGeom prst="rect">
              <a:avLst/>
            </a:prstGeom>
            <a:solidFill>
              <a:srgbClr val="45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8" name="Google Shape;1918;p20"/>
            <p:cNvSpPr/>
            <p:nvPr/>
          </p:nvSpPr>
          <p:spPr>
            <a:xfrm>
              <a:off x="190500" y="5086350"/>
              <a:ext cx="69900" cy="57300"/>
            </a:xfrm>
            <a:prstGeom prst="rect">
              <a:avLst/>
            </a:prstGeom>
            <a:solidFill>
              <a:srgbClr val="468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9" name="Google Shape;1919;p20"/>
            <p:cNvSpPr/>
            <p:nvPr/>
          </p:nvSpPr>
          <p:spPr>
            <a:xfrm>
              <a:off x="254000" y="5086350"/>
              <a:ext cx="69900" cy="57300"/>
            </a:xfrm>
            <a:prstGeom prst="rect">
              <a:avLst/>
            </a:prstGeom>
            <a:solidFill>
              <a:srgbClr val="4784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0" name="Google Shape;1920;p20"/>
            <p:cNvSpPr/>
            <p:nvPr/>
          </p:nvSpPr>
          <p:spPr>
            <a:xfrm>
              <a:off x="317500" y="5086350"/>
              <a:ext cx="69900" cy="57300"/>
            </a:xfrm>
            <a:prstGeom prst="rect">
              <a:avLst/>
            </a:prstGeom>
            <a:solidFill>
              <a:srgbClr val="49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1" name="Google Shape;1921;p20"/>
            <p:cNvSpPr/>
            <p:nvPr/>
          </p:nvSpPr>
          <p:spPr>
            <a:xfrm>
              <a:off x="381000" y="5086350"/>
              <a:ext cx="69900" cy="57300"/>
            </a:xfrm>
            <a:prstGeom prst="rect">
              <a:avLst/>
            </a:prstGeom>
            <a:solidFill>
              <a:srgbClr val="4A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2" name="Google Shape;1922;p20"/>
            <p:cNvSpPr/>
            <p:nvPr/>
          </p:nvSpPr>
          <p:spPr>
            <a:xfrm>
              <a:off x="444500" y="5086350"/>
              <a:ext cx="69900" cy="57300"/>
            </a:xfrm>
            <a:prstGeom prst="rect">
              <a:avLst/>
            </a:prstGeom>
            <a:solidFill>
              <a:srgbClr val="4B8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3" name="Google Shape;1923;p20"/>
            <p:cNvSpPr/>
            <p:nvPr/>
          </p:nvSpPr>
          <p:spPr>
            <a:xfrm>
              <a:off x="508000" y="5086350"/>
              <a:ext cx="69900" cy="57300"/>
            </a:xfrm>
            <a:prstGeom prst="rect">
              <a:avLst/>
            </a:prstGeom>
            <a:solidFill>
              <a:srgbClr val="4D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4" name="Google Shape;1924;p20"/>
            <p:cNvSpPr/>
            <p:nvPr/>
          </p:nvSpPr>
          <p:spPr>
            <a:xfrm>
              <a:off x="571500" y="5086350"/>
              <a:ext cx="69900" cy="57300"/>
            </a:xfrm>
            <a:prstGeom prst="rect">
              <a:avLst/>
            </a:prstGeom>
            <a:solidFill>
              <a:srgbClr val="4E8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5" name="Google Shape;1925;p20"/>
            <p:cNvSpPr/>
            <p:nvPr/>
          </p:nvSpPr>
          <p:spPr>
            <a:xfrm>
              <a:off x="635000" y="5086350"/>
              <a:ext cx="69900" cy="57300"/>
            </a:xfrm>
            <a:prstGeom prst="rect">
              <a:avLst/>
            </a:prstGeom>
            <a:solidFill>
              <a:srgbClr val="4F81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6" name="Google Shape;1926;p20"/>
            <p:cNvSpPr/>
            <p:nvPr/>
          </p:nvSpPr>
          <p:spPr>
            <a:xfrm>
              <a:off x="698500" y="5086350"/>
              <a:ext cx="69900" cy="57300"/>
            </a:xfrm>
            <a:prstGeom prst="rect">
              <a:avLst/>
            </a:prstGeom>
            <a:solidFill>
              <a:srgbClr val="51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7" name="Google Shape;1927;p20"/>
            <p:cNvSpPr/>
            <p:nvPr/>
          </p:nvSpPr>
          <p:spPr>
            <a:xfrm>
              <a:off x="762000" y="5086350"/>
              <a:ext cx="69900" cy="57300"/>
            </a:xfrm>
            <a:prstGeom prst="rect">
              <a:avLst/>
            </a:prstGeom>
            <a:solidFill>
              <a:srgbClr val="5281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8" name="Google Shape;1928;p20"/>
            <p:cNvSpPr/>
            <p:nvPr/>
          </p:nvSpPr>
          <p:spPr>
            <a:xfrm>
              <a:off x="825500" y="5086350"/>
              <a:ext cx="69900" cy="57300"/>
            </a:xfrm>
            <a:prstGeom prst="rect">
              <a:avLst/>
            </a:prstGeom>
            <a:solidFill>
              <a:srgbClr val="53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9" name="Google Shape;1929;p20"/>
            <p:cNvSpPr/>
            <p:nvPr/>
          </p:nvSpPr>
          <p:spPr>
            <a:xfrm>
              <a:off x="889000" y="5086350"/>
              <a:ext cx="69900" cy="57300"/>
            </a:xfrm>
            <a:prstGeom prst="rect">
              <a:avLst/>
            </a:prstGeom>
            <a:solidFill>
              <a:srgbClr val="55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0" name="Google Shape;1930;p20"/>
            <p:cNvSpPr/>
            <p:nvPr/>
          </p:nvSpPr>
          <p:spPr>
            <a:xfrm>
              <a:off x="952500" y="5086350"/>
              <a:ext cx="69900" cy="57300"/>
            </a:xfrm>
            <a:prstGeom prst="rect">
              <a:avLst/>
            </a:prstGeom>
            <a:solidFill>
              <a:srgbClr val="5680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1" name="Google Shape;1931;p20"/>
            <p:cNvSpPr/>
            <p:nvPr/>
          </p:nvSpPr>
          <p:spPr>
            <a:xfrm>
              <a:off x="1016000" y="5086350"/>
              <a:ext cx="69900" cy="57300"/>
            </a:xfrm>
            <a:prstGeom prst="rect">
              <a:avLst/>
            </a:prstGeom>
            <a:solidFill>
              <a:srgbClr val="57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2" name="Google Shape;1932;p20"/>
            <p:cNvSpPr/>
            <p:nvPr/>
          </p:nvSpPr>
          <p:spPr>
            <a:xfrm>
              <a:off x="1079500" y="5086350"/>
              <a:ext cx="69900" cy="57300"/>
            </a:xfrm>
            <a:prstGeom prst="rect">
              <a:avLst/>
            </a:prstGeom>
            <a:solidFill>
              <a:srgbClr val="587F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3" name="Google Shape;1933;p20"/>
            <p:cNvSpPr/>
            <p:nvPr/>
          </p:nvSpPr>
          <p:spPr>
            <a:xfrm>
              <a:off x="1143000" y="5086350"/>
              <a:ext cx="69900" cy="57300"/>
            </a:xfrm>
            <a:prstGeom prst="rect">
              <a:avLst/>
            </a:prstGeom>
            <a:solidFill>
              <a:srgbClr val="5A7F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4" name="Google Shape;1934;p20"/>
            <p:cNvSpPr/>
            <p:nvPr/>
          </p:nvSpPr>
          <p:spPr>
            <a:xfrm>
              <a:off x="1206500" y="5086350"/>
              <a:ext cx="69900" cy="57300"/>
            </a:xfrm>
            <a:prstGeom prst="rect">
              <a:avLst/>
            </a:prstGeom>
            <a:solidFill>
              <a:srgbClr val="5B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5" name="Google Shape;1935;p20"/>
            <p:cNvSpPr/>
            <p:nvPr/>
          </p:nvSpPr>
          <p:spPr>
            <a:xfrm>
              <a:off x="1270000" y="5086350"/>
              <a:ext cx="69900" cy="57300"/>
            </a:xfrm>
            <a:prstGeom prst="rect">
              <a:avLst/>
            </a:prstGeom>
            <a:solidFill>
              <a:srgbClr val="5C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6" name="Google Shape;1936;p20"/>
            <p:cNvSpPr/>
            <p:nvPr/>
          </p:nvSpPr>
          <p:spPr>
            <a:xfrm>
              <a:off x="1333500" y="5086350"/>
              <a:ext cx="69900" cy="57300"/>
            </a:xfrm>
            <a:prstGeom prst="rect">
              <a:avLst/>
            </a:prstGeom>
            <a:solidFill>
              <a:srgbClr val="5E7E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7" name="Google Shape;1937;p20"/>
            <p:cNvSpPr/>
            <p:nvPr/>
          </p:nvSpPr>
          <p:spPr>
            <a:xfrm>
              <a:off x="1397000" y="5086350"/>
              <a:ext cx="69900" cy="57300"/>
            </a:xfrm>
            <a:prstGeom prst="rect">
              <a:avLst/>
            </a:prstGeom>
            <a:solidFill>
              <a:srgbClr val="5F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8" name="Google Shape;1938;p20"/>
            <p:cNvSpPr/>
            <p:nvPr/>
          </p:nvSpPr>
          <p:spPr>
            <a:xfrm>
              <a:off x="1460500" y="5086350"/>
              <a:ext cx="69900" cy="57300"/>
            </a:xfrm>
            <a:prstGeom prst="rect">
              <a:avLst/>
            </a:prstGeom>
            <a:solidFill>
              <a:srgbClr val="607D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9" name="Google Shape;1939;p20"/>
            <p:cNvSpPr/>
            <p:nvPr/>
          </p:nvSpPr>
          <p:spPr>
            <a:xfrm>
              <a:off x="1524000" y="5086350"/>
              <a:ext cx="69900" cy="57300"/>
            </a:xfrm>
            <a:prstGeom prst="rect">
              <a:avLst/>
            </a:prstGeom>
            <a:solidFill>
              <a:srgbClr val="62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0" name="Google Shape;1940;p20"/>
            <p:cNvSpPr/>
            <p:nvPr/>
          </p:nvSpPr>
          <p:spPr>
            <a:xfrm>
              <a:off x="1587500" y="5086350"/>
              <a:ext cx="69900" cy="57300"/>
            </a:xfrm>
            <a:prstGeom prst="rect">
              <a:avLst/>
            </a:prstGeom>
            <a:solidFill>
              <a:srgbClr val="63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1" name="Google Shape;1941;p20"/>
            <p:cNvSpPr/>
            <p:nvPr/>
          </p:nvSpPr>
          <p:spPr>
            <a:xfrm>
              <a:off x="1651000" y="5086350"/>
              <a:ext cx="69900" cy="57300"/>
            </a:xfrm>
            <a:prstGeom prst="rect">
              <a:avLst/>
            </a:prstGeom>
            <a:solidFill>
              <a:srgbClr val="647C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2" name="Google Shape;1942;p20"/>
            <p:cNvSpPr/>
            <p:nvPr/>
          </p:nvSpPr>
          <p:spPr>
            <a:xfrm>
              <a:off x="1714500" y="5086350"/>
              <a:ext cx="69900" cy="57300"/>
            </a:xfrm>
            <a:prstGeom prst="rect">
              <a:avLst/>
            </a:prstGeom>
            <a:solidFill>
              <a:srgbClr val="66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3" name="Google Shape;1943;p20"/>
            <p:cNvSpPr/>
            <p:nvPr/>
          </p:nvSpPr>
          <p:spPr>
            <a:xfrm>
              <a:off x="1778000" y="5086350"/>
              <a:ext cx="69900" cy="57300"/>
            </a:xfrm>
            <a:prstGeom prst="rect">
              <a:avLst/>
            </a:prstGeom>
            <a:solidFill>
              <a:srgbClr val="67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4" name="Google Shape;1944;p20"/>
            <p:cNvSpPr/>
            <p:nvPr/>
          </p:nvSpPr>
          <p:spPr>
            <a:xfrm>
              <a:off x="1841500" y="5086350"/>
              <a:ext cx="69900" cy="57300"/>
            </a:xfrm>
            <a:prstGeom prst="rect">
              <a:avLst/>
            </a:prstGeom>
            <a:solidFill>
              <a:srgbClr val="687B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5" name="Google Shape;1945;p20"/>
            <p:cNvSpPr/>
            <p:nvPr/>
          </p:nvSpPr>
          <p:spPr>
            <a:xfrm>
              <a:off x="1905000" y="5086350"/>
              <a:ext cx="69900" cy="57300"/>
            </a:xfrm>
            <a:prstGeom prst="rect">
              <a:avLst/>
            </a:prstGeom>
            <a:solidFill>
              <a:srgbClr val="6A7A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6" name="Google Shape;1946;p20"/>
            <p:cNvSpPr/>
            <p:nvPr/>
          </p:nvSpPr>
          <p:spPr>
            <a:xfrm>
              <a:off x="1968500" y="5086350"/>
              <a:ext cx="69900" cy="57300"/>
            </a:xfrm>
            <a:prstGeom prst="rect">
              <a:avLst/>
            </a:prstGeom>
            <a:solidFill>
              <a:srgbClr val="6B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7" name="Google Shape;1947;p20"/>
            <p:cNvSpPr/>
            <p:nvPr/>
          </p:nvSpPr>
          <p:spPr>
            <a:xfrm>
              <a:off x="2032000" y="5086350"/>
              <a:ext cx="69900" cy="57300"/>
            </a:xfrm>
            <a:prstGeom prst="rect">
              <a:avLst/>
            </a:prstGeom>
            <a:solidFill>
              <a:srgbClr val="6C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8" name="Google Shape;1948;p20"/>
            <p:cNvSpPr/>
            <p:nvPr/>
          </p:nvSpPr>
          <p:spPr>
            <a:xfrm>
              <a:off x="2095500" y="5086350"/>
              <a:ext cx="69900" cy="57300"/>
            </a:xfrm>
            <a:prstGeom prst="rect">
              <a:avLst/>
            </a:prstGeom>
            <a:solidFill>
              <a:srgbClr val="6E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9" name="Google Shape;1949;p20"/>
            <p:cNvSpPr/>
            <p:nvPr/>
          </p:nvSpPr>
          <p:spPr>
            <a:xfrm>
              <a:off x="2159000" y="5086350"/>
              <a:ext cx="69900" cy="57300"/>
            </a:xfrm>
            <a:prstGeom prst="rect">
              <a:avLst/>
            </a:prstGeom>
            <a:solidFill>
              <a:srgbClr val="6F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0" name="Google Shape;1950;p20"/>
            <p:cNvSpPr/>
            <p:nvPr/>
          </p:nvSpPr>
          <p:spPr>
            <a:xfrm>
              <a:off x="2222500" y="5086350"/>
              <a:ext cx="69900" cy="57300"/>
            </a:xfrm>
            <a:prstGeom prst="rect">
              <a:avLst/>
            </a:prstGeom>
            <a:solidFill>
              <a:srgbClr val="7079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1" name="Google Shape;1951;p20"/>
            <p:cNvSpPr/>
            <p:nvPr/>
          </p:nvSpPr>
          <p:spPr>
            <a:xfrm>
              <a:off x="2286000" y="5086350"/>
              <a:ext cx="69900" cy="57300"/>
            </a:xfrm>
            <a:prstGeom prst="rect">
              <a:avLst/>
            </a:prstGeom>
            <a:solidFill>
              <a:srgbClr val="72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2" name="Google Shape;1952;p20"/>
            <p:cNvSpPr/>
            <p:nvPr/>
          </p:nvSpPr>
          <p:spPr>
            <a:xfrm>
              <a:off x="2349500" y="5086350"/>
              <a:ext cx="69900" cy="57300"/>
            </a:xfrm>
            <a:prstGeom prst="rect">
              <a:avLst/>
            </a:prstGeom>
            <a:solidFill>
              <a:srgbClr val="737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3" name="Google Shape;1953;p20"/>
            <p:cNvSpPr/>
            <p:nvPr/>
          </p:nvSpPr>
          <p:spPr>
            <a:xfrm>
              <a:off x="2413000" y="5086350"/>
              <a:ext cx="69900" cy="57300"/>
            </a:xfrm>
            <a:prstGeom prst="rect">
              <a:avLst/>
            </a:prstGeom>
            <a:solidFill>
              <a:srgbClr val="74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4" name="Google Shape;1954;p20"/>
            <p:cNvSpPr/>
            <p:nvPr/>
          </p:nvSpPr>
          <p:spPr>
            <a:xfrm>
              <a:off x="2476500" y="5086350"/>
              <a:ext cx="69900" cy="57300"/>
            </a:xfrm>
            <a:prstGeom prst="rect">
              <a:avLst/>
            </a:prstGeom>
            <a:solidFill>
              <a:srgbClr val="76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5" name="Google Shape;1955;p20"/>
            <p:cNvSpPr/>
            <p:nvPr/>
          </p:nvSpPr>
          <p:spPr>
            <a:xfrm>
              <a:off x="2540000" y="5086350"/>
              <a:ext cx="69900" cy="57300"/>
            </a:xfrm>
            <a:prstGeom prst="rect">
              <a:avLst/>
            </a:prstGeom>
            <a:solidFill>
              <a:srgbClr val="7777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6" name="Google Shape;1956;p20"/>
            <p:cNvSpPr/>
            <p:nvPr/>
          </p:nvSpPr>
          <p:spPr>
            <a:xfrm>
              <a:off x="2603500" y="5086350"/>
              <a:ext cx="69900" cy="57300"/>
            </a:xfrm>
            <a:prstGeom prst="rect">
              <a:avLst/>
            </a:prstGeom>
            <a:solidFill>
              <a:srgbClr val="78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7" name="Google Shape;1957;p20"/>
            <p:cNvSpPr/>
            <p:nvPr/>
          </p:nvSpPr>
          <p:spPr>
            <a:xfrm>
              <a:off x="2667000" y="5086350"/>
              <a:ext cx="69900" cy="57300"/>
            </a:xfrm>
            <a:prstGeom prst="rect">
              <a:avLst/>
            </a:prstGeom>
            <a:solidFill>
              <a:srgbClr val="7A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8" name="Google Shape;1958;p20"/>
            <p:cNvSpPr/>
            <p:nvPr/>
          </p:nvSpPr>
          <p:spPr>
            <a:xfrm>
              <a:off x="2730500" y="5086350"/>
              <a:ext cx="69900" cy="57300"/>
            </a:xfrm>
            <a:prstGeom prst="rect">
              <a:avLst/>
            </a:prstGeom>
            <a:solidFill>
              <a:srgbClr val="7B76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9" name="Google Shape;1959;p20"/>
            <p:cNvSpPr/>
            <p:nvPr/>
          </p:nvSpPr>
          <p:spPr>
            <a:xfrm>
              <a:off x="2794000" y="5086350"/>
              <a:ext cx="69900" cy="57300"/>
            </a:xfrm>
            <a:prstGeom prst="rect">
              <a:avLst/>
            </a:prstGeom>
            <a:solidFill>
              <a:srgbClr val="7C75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0" name="Google Shape;1960;p20"/>
            <p:cNvSpPr/>
            <p:nvPr/>
          </p:nvSpPr>
          <p:spPr>
            <a:xfrm>
              <a:off x="2857500" y="5086350"/>
              <a:ext cx="69900" cy="57300"/>
            </a:xfrm>
            <a:prstGeom prst="rect">
              <a:avLst/>
            </a:prstGeom>
            <a:solidFill>
              <a:srgbClr val="7D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1" name="Google Shape;1961;p20"/>
            <p:cNvSpPr/>
            <p:nvPr/>
          </p:nvSpPr>
          <p:spPr>
            <a:xfrm>
              <a:off x="2921000" y="5086350"/>
              <a:ext cx="69900" cy="57300"/>
            </a:xfrm>
            <a:prstGeom prst="rect">
              <a:avLst/>
            </a:prstGeom>
            <a:solidFill>
              <a:srgbClr val="7F7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2" name="Google Shape;1962;p20"/>
            <p:cNvSpPr/>
            <p:nvPr/>
          </p:nvSpPr>
          <p:spPr>
            <a:xfrm>
              <a:off x="2984500" y="5086350"/>
              <a:ext cx="69900" cy="57300"/>
            </a:xfrm>
            <a:prstGeom prst="rect">
              <a:avLst/>
            </a:prstGeom>
            <a:solidFill>
              <a:srgbClr val="80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3" name="Google Shape;1963;p20"/>
            <p:cNvSpPr/>
            <p:nvPr/>
          </p:nvSpPr>
          <p:spPr>
            <a:xfrm>
              <a:off x="3048000" y="5086350"/>
              <a:ext cx="69900" cy="57300"/>
            </a:xfrm>
            <a:prstGeom prst="rect">
              <a:avLst/>
            </a:prstGeom>
            <a:solidFill>
              <a:srgbClr val="81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4" name="Google Shape;1964;p20"/>
            <p:cNvSpPr/>
            <p:nvPr/>
          </p:nvSpPr>
          <p:spPr>
            <a:xfrm>
              <a:off x="3111500" y="5086350"/>
              <a:ext cx="69900" cy="57300"/>
            </a:xfrm>
            <a:prstGeom prst="rect">
              <a:avLst/>
            </a:prstGeom>
            <a:solidFill>
              <a:srgbClr val="837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5" name="Google Shape;1965;p20"/>
            <p:cNvSpPr/>
            <p:nvPr/>
          </p:nvSpPr>
          <p:spPr>
            <a:xfrm>
              <a:off x="3175000" y="5086350"/>
              <a:ext cx="69900" cy="57300"/>
            </a:xfrm>
            <a:prstGeom prst="rect">
              <a:avLst/>
            </a:prstGeom>
            <a:solidFill>
              <a:srgbClr val="84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6" name="Google Shape;1966;p20"/>
            <p:cNvSpPr/>
            <p:nvPr/>
          </p:nvSpPr>
          <p:spPr>
            <a:xfrm>
              <a:off x="3238500" y="5086350"/>
              <a:ext cx="69900" cy="57300"/>
            </a:xfrm>
            <a:prstGeom prst="rect">
              <a:avLst/>
            </a:prstGeom>
            <a:solidFill>
              <a:srgbClr val="857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7" name="Google Shape;1967;p20"/>
            <p:cNvSpPr/>
            <p:nvPr/>
          </p:nvSpPr>
          <p:spPr>
            <a:xfrm>
              <a:off x="3302000" y="5086350"/>
              <a:ext cx="69900" cy="57300"/>
            </a:xfrm>
            <a:prstGeom prst="rect">
              <a:avLst/>
            </a:prstGeom>
            <a:solidFill>
              <a:srgbClr val="87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8" name="Google Shape;1968;p20"/>
            <p:cNvSpPr/>
            <p:nvPr/>
          </p:nvSpPr>
          <p:spPr>
            <a:xfrm>
              <a:off x="3365500" y="5086350"/>
              <a:ext cx="69900" cy="57300"/>
            </a:xfrm>
            <a:prstGeom prst="rect">
              <a:avLst/>
            </a:prstGeom>
            <a:solidFill>
              <a:srgbClr val="88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9" name="Google Shape;1969;p20"/>
            <p:cNvSpPr/>
            <p:nvPr/>
          </p:nvSpPr>
          <p:spPr>
            <a:xfrm>
              <a:off x="3429000" y="5086350"/>
              <a:ext cx="69900" cy="57300"/>
            </a:xfrm>
            <a:prstGeom prst="rect">
              <a:avLst/>
            </a:prstGeom>
            <a:solidFill>
              <a:srgbClr val="8972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0" name="Google Shape;1970;p20"/>
            <p:cNvSpPr/>
            <p:nvPr/>
          </p:nvSpPr>
          <p:spPr>
            <a:xfrm>
              <a:off x="3492500" y="5086350"/>
              <a:ext cx="69900" cy="57300"/>
            </a:xfrm>
            <a:prstGeom prst="rect">
              <a:avLst/>
            </a:prstGeom>
            <a:solidFill>
              <a:srgbClr val="8B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1" name="Google Shape;1971;p20"/>
            <p:cNvSpPr/>
            <p:nvPr/>
          </p:nvSpPr>
          <p:spPr>
            <a:xfrm>
              <a:off x="3556000" y="5086350"/>
              <a:ext cx="69900" cy="57300"/>
            </a:xfrm>
            <a:prstGeom prst="rect">
              <a:avLst/>
            </a:prstGeom>
            <a:solidFill>
              <a:srgbClr val="8C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2" name="Google Shape;1972;p20"/>
            <p:cNvSpPr/>
            <p:nvPr/>
          </p:nvSpPr>
          <p:spPr>
            <a:xfrm>
              <a:off x="3619500" y="5086350"/>
              <a:ext cx="69900" cy="57300"/>
            </a:xfrm>
            <a:prstGeom prst="rect">
              <a:avLst/>
            </a:prstGeom>
            <a:solidFill>
              <a:srgbClr val="8D71E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3" name="Google Shape;1973;p20"/>
            <p:cNvSpPr/>
            <p:nvPr/>
          </p:nvSpPr>
          <p:spPr>
            <a:xfrm>
              <a:off x="3683000" y="5086350"/>
              <a:ext cx="69900" cy="57300"/>
            </a:xfrm>
            <a:prstGeom prst="rect">
              <a:avLst/>
            </a:prstGeom>
            <a:solidFill>
              <a:srgbClr val="8F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4" name="Google Shape;1974;p20"/>
            <p:cNvSpPr/>
            <p:nvPr/>
          </p:nvSpPr>
          <p:spPr>
            <a:xfrm>
              <a:off x="3746500" y="5086350"/>
              <a:ext cx="69900" cy="57300"/>
            </a:xfrm>
            <a:prstGeom prst="rect">
              <a:avLst/>
            </a:prstGeom>
            <a:solidFill>
              <a:srgbClr val="90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5" name="Google Shape;1975;p20"/>
            <p:cNvSpPr/>
            <p:nvPr/>
          </p:nvSpPr>
          <p:spPr>
            <a:xfrm>
              <a:off x="3810000" y="5086350"/>
              <a:ext cx="69900" cy="57300"/>
            </a:xfrm>
            <a:prstGeom prst="rect">
              <a:avLst/>
            </a:prstGeom>
            <a:solidFill>
              <a:srgbClr val="9170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6" name="Google Shape;1976;p20"/>
            <p:cNvSpPr/>
            <p:nvPr/>
          </p:nvSpPr>
          <p:spPr>
            <a:xfrm>
              <a:off x="3873500" y="5086350"/>
              <a:ext cx="69900" cy="57300"/>
            </a:xfrm>
            <a:prstGeom prst="rect">
              <a:avLst/>
            </a:prstGeom>
            <a:solidFill>
              <a:srgbClr val="93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7" name="Google Shape;1977;p20"/>
            <p:cNvSpPr/>
            <p:nvPr/>
          </p:nvSpPr>
          <p:spPr>
            <a:xfrm>
              <a:off x="3937000" y="5086350"/>
              <a:ext cx="69900" cy="57300"/>
            </a:xfrm>
            <a:prstGeom prst="rect">
              <a:avLst/>
            </a:prstGeom>
            <a:solidFill>
              <a:srgbClr val="94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8" name="Google Shape;1978;p20"/>
            <p:cNvSpPr/>
            <p:nvPr/>
          </p:nvSpPr>
          <p:spPr>
            <a:xfrm>
              <a:off x="4000500" y="5086350"/>
              <a:ext cx="69900" cy="57300"/>
            </a:xfrm>
            <a:prstGeom prst="rect">
              <a:avLst/>
            </a:prstGeom>
            <a:solidFill>
              <a:srgbClr val="956F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9" name="Google Shape;1979;p20"/>
            <p:cNvSpPr/>
            <p:nvPr/>
          </p:nvSpPr>
          <p:spPr>
            <a:xfrm>
              <a:off x="4064000" y="5086350"/>
              <a:ext cx="69900" cy="57300"/>
            </a:xfrm>
            <a:prstGeom prst="rect">
              <a:avLst/>
            </a:prstGeom>
            <a:solidFill>
              <a:srgbClr val="976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0" name="Google Shape;1980;p20"/>
            <p:cNvSpPr/>
            <p:nvPr/>
          </p:nvSpPr>
          <p:spPr>
            <a:xfrm>
              <a:off x="4127500" y="5086350"/>
              <a:ext cx="69900" cy="57300"/>
            </a:xfrm>
            <a:prstGeom prst="rect">
              <a:avLst/>
            </a:prstGeom>
            <a:solidFill>
              <a:srgbClr val="986E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1" name="Google Shape;1981;p20"/>
            <p:cNvSpPr/>
            <p:nvPr/>
          </p:nvSpPr>
          <p:spPr>
            <a:xfrm>
              <a:off x="4191000" y="5086350"/>
              <a:ext cx="69900" cy="57300"/>
            </a:xfrm>
            <a:prstGeom prst="rect">
              <a:avLst/>
            </a:prstGeom>
            <a:solidFill>
              <a:srgbClr val="99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2" name="Google Shape;1982;p20"/>
            <p:cNvSpPr/>
            <p:nvPr/>
          </p:nvSpPr>
          <p:spPr>
            <a:xfrm>
              <a:off x="4254500" y="5086350"/>
              <a:ext cx="69900" cy="57300"/>
            </a:xfrm>
            <a:prstGeom prst="rect">
              <a:avLst/>
            </a:prstGeom>
            <a:solidFill>
              <a:srgbClr val="9B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3" name="Google Shape;1983;p20"/>
            <p:cNvSpPr/>
            <p:nvPr/>
          </p:nvSpPr>
          <p:spPr>
            <a:xfrm>
              <a:off x="4318000" y="5086350"/>
              <a:ext cx="69900" cy="57300"/>
            </a:xfrm>
            <a:prstGeom prst="rect">
              <a:avLst/>
            </a:prstGeom>
            <a:solidFill>
              <a:srgbClr val="9C6D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4" name="Google Shape;1984;p20"/>
            <p:cNvSpPr/>
            <p:nvPr/>
          </p:nvSpPr>
          <p:spPr>
            <a:xfrm>
              <a:off x="4381500" y="5086350"/>
              <a:ext cx="69900" cy="57300"/>
            </a:xfrm>
            <a:prstGeom prst="rect">
              <a:avLst/>
            </a:prstGeom>
            <a:solidFill>
              <a:srgbClr val="9D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5" name="Google Shape;1985;p20"/>
            <p:cNvSpPr/>
            <p:nvPr/>
          </p:nvSpPr>
          <p:spPr>
            <a:xfrm>
              <a:off x="4445000" y="5086350"/>
              <a:ext cx="69900" cy="57300"/>
            </a:xfrm>
            <a:prstGeom prst="rect">
              <a:avLst/>
            </a:prstGeom>
            <a:solidFill>
              <a:srgbClr val="9F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6" name="Google Shape;1986;p20"/>
            <p:cNvSpPr/>
            <p:nvPr/>
          </p:nvSpPr>
          <p:spPr>
            <a:xfrm>
              <a:off x="4508500" y="5086350"/>
              <a:ext cx="69900" cy="57300"/>
            </a:xfrm>
            <a:prstGeom prst="rect">
              <a:avLst/>
            </a:prstGeom>
            <a:solidFill>
              <a:srgbClr val="A06C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7" name="Google Shape;1987;p20"/>
            <p:cNvSpPr/>
            <p:nvPr/>
          </p:nvSpPr>
          <p:spPr>
            <a:xfrm>
              <a:off x="4572000" y="5086350"/>
              <a:ext cx="69900" cy="57300"/>
            </a:xfrm>
            <a:prstGeom prst="rect">
              <a:avLst/>
            </a:prstGeom>
            <a:solidFill>
              <a:srgbClr val="A1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8" name="Google Shape;1988;p20"/>
            <p:cNvSpPr/>
            <p:nvPr/>
          </p:nvSpPr>
          <p:spPr>
            <a:xfrm>
              <a:off x="4635500" y="5086350"/>
              <a:ext cx="69900" cy="57300"/>
            </a:xfrm>
            <a:prstGeom prst="rect">
              <a:avLst/>
            </a:prstGeom>
            <a:solidFill>
              <a:srgbClr val="A2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9" name="Google Shape;1989;p20"/>
            <p:cNvSpPr/>
            <p:nvPr/>
          </p:nvSpPr>
          <p:spPr>
            <a:xfrm>
              <a:off x="4699000" y="5086350"/>
              <a:ext cx="69900" cy="57300"/>
            </a:xfrm>
            <a:prstGeom prst="rect">
              <a:avLst/>
            </a:prstGeom>
            <a:solidFill>
              <a:srgbClr val="A46B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0" name="Google Shape;1990;p20"/>
            <p:cNvSpPr/>
            <p:nvPr/>
          </p:nvSpPr>
          <p:spPr>
            <a:xfrm>
              <a:off x="4762500" y="5086350"/>
              <a:ext cx="69900" cy="57300"/>
            </a:xfrm>
            <a:prstGeom prst="rect">
              <a:avLst/>
            </a:prstGeom>
            <a:solidFill>
              <a:srgbClr val="A5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1" name="Google Shape;1991;p20"/>
            <p:cNvSpPr/>
            <p:nvPr/>
          </p:nvSpPr>
          <p:spPr>
            <a:xfrm>
              <a:off x="4826000" y="5086350"/>
              <a:ext cx="69900" cy="57300"/>
            </a:xfrm>
            <a:prstGeom prst="rect">
              <a:avLst/>
            </a:prstGeom>
            <a:solidFill>
              <a:srgbClr val="A6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2" name="Google Shape;1992;p20"/>
            <p:cNvSpPr/>
            <p:nvPr/>
          </p:nvSpPr>
          <p:spPr>
            <a:xfrm>
              <a:off x="4889500" y="5086350"/>
              <a:ext cx="69900" cy="57300"/>
            </a:xfrm>
            <a:prstGeom prst="rect">
              <a:avLst/>
            </a:prstGeom>
            <a:solidFill>
              <a:srgbClr val="A86A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3" name="Google Shape;1993;p20"/>
            <p:cNvSpPr/>
            <p:nvPr/>
          </p:nvSpPr>
          <p:spPr>
            <a:xfrm>
              <a:off x="4953000" y="5086350"/>
              <a:ext cx="69900" cy="57300"/>
            </a:xfrm>
            <a:prstGeom prst="rect">
              <a:avLst/>
            </a:prstGeom>
            <a:solidFill>
              <a:srgbClr val="A96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4" name="Google Shape;1994;p20"/>
            <p:cNvSpPr/>
            <p:nvPr/>
          </p:nvSpPr>
          <p:spPr>
            <a:xfrm>
              <a:off x="5016500" y="5086350"/>
              <a:ext cx="69900" cy="57300"/>
            </a:xfrm>
            <a:prstGeom prst="rect">
              <a:avLst/>
            </a:prstGeom>
            <a:solidFill>
              <a:srgbClr val="AA6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5" name="Google Shape;1995;p20"/>
            <p:cNvSpPr/>
            <p:nvPr/>
          </p:nvSpPr>
          <p:spPr>
            <a:xfrm>
              <a:off x="5080000" y="5086350"/>
              <a:ext cx="69900" cy="57300"/>
            </a:xfrm>
            <a:prstGeom prst="rect">
              <a:avLst/>
            </a:prstGeom>
            <a:solidFill>
              <a:srgbClr val="AC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6" name="Google Shape;1996;p20"/>
            <p:cNvSpPr/>
            <p:nvPr/>
          </p:nvSpPr>
          <p:spPr>
            <a:xfrm>
              <a:off x="5143500" y="5086350"/>
              <a:ext cx="69900" cy="57300"/>
            </a:xfrm>
            <a:prstGeom prst="rect">
              <a:avLst/>
            </a:prstGeom>
            <a:solidFill>
              <a:srgbClr val="AD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7" name="Google Shape;1997;p20"/>
            <p:cNvSpPr/>
            <p:nvPr/>
          </p:nvSpPr>
          <p:spPr>
            <a:xfrm>
              <a:off x="5207000" y="5086350"/>
              <a:ext cx="69900" cy="57300"/>
            </a:xfrm>
            <a:prstGeom prst="rect">
              <a:avLst/>
            </a:prstGeom>
            <a:solidFill>
              <a:srgbClr val="AE6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8" name="Google Shape;1998;p20"/>
            <p:cNvSpPr/>
            <p:nvPr/>
          </p:nvSpPr>
          <p:spPr>
            <a:xfrm>
              <a:off x="5270500" y="5086350"/>
              <a:ext cx="69900" cy="57300"/>
            </a:xfrm>
            <a:prstGeom prst="rect">
              <a:avLst/>
            </a:prstGeom>
            <a:solidFill>
              <a:srgbClr val="B0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9" name="Google Shape;1999;p20"/>
            <p:cNvSpPr/>
            <p:nvPr/>
          </p:nvSpPr>
          <p:spPr>
            <a:xfrm>
              <a:off x="5334000" y="5086350"/>
              <a:ext cx="69900" cy="57300"/>
            </a:xfrm>
            <a:prstGeom prst="rect">
              <a:avLst/>
            </a:prstGeom>
            <a:solidFill>
              <a:srgbClr val="B1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0" name="Google Shape;2000;p20"/>
            <p:cNvSpPr/>
            <p:nvPr/>
          </p:nvSpPr>
          <p:spPr>
            <a:xfrm>
              <a:off x="5397500" y="5086350"/>
              <a:ext cx="69900" cy="57300"/>
            </a:xfrm>
            <a:prstGeom prst="rect">
              <a:avLst/>
            </a:prstGeom>
            <a:solidFill>
              <a:srgbClr val="B267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1" name="Google Shape;2001;p20"/>
            <p:cNvSpPr/>
            <p:nvPr/>
          </p:nvSpPr>
          <p:spPr>
            <a:xfrm>
              <a:off x="5461000" y="5086350"/>
              <a:ext cx="69900" cy="57300"/>
            </a:xfrm>
            <a:prstGeom prst="rect">
              <a:avLst/>
            </a:prstGeom>
            <a:solidFill>
              <a:srgbClr val="B4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2" name="Google Shape;2002;p20"/>
            <p:cNvSpPr/>
            <p:nvPr/>
          </p:nvSpPr>
          <p:spPr>
            <a:xfrm>
              <a:off x="5524500" y="5086350"/>
              <a:ext cx="69900" cy="57300"/>
            </a:xfrm>
            <a:prstGeom prst="rect">
              <a:avLst/>
            </a:prstGeom>
            <a:solidFill>
              <a:srgbClr val="B5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3" name="Google Shape;2003;p20"/>
            <p:cNvSpPr/>
            <p:nvPr/>
          </p:nvSpPr>
          <p:spPr>
            <a:xfrm>
              <a:off x="5588000" y="5086350"/>
              <a:ext cx="69900" cy="57300"/>
            </a:xfrm>
            <a:prstGeom prst="rect">
              <a:avLst/>
            </a:prstGeom>
            <a:solidFill>
              <a:srgbClr val="B666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4" name="Google Shape;2004;p20"/>
            <p:cNvSpPr/>
            <p:nvPr/>
          </p:nvSpPr>
          <p:spPr>
            <a:xfrm>
              <a:off x="5651500" y="5086350"/>
              <a:ext cx="69900" cy="57300"/>
            </a:xfrm>
            <a:prstGeom prst="rect">
              <a:avLst/>
            </a:prstGeom>
            <a:solidFill>
              <a:srgbClr val="B8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5" name="Google Shape;2005;p20"/>
            <p:cNvSpPr/>
            <p:nvPr/>
          </p:nvSpPr>
          <p:spPr>
            <a:xfrm>
              <a:off x="5715000" y="5086350"/>
              <a:ext cx="69900" cy="57300"/>
            </a:xfrm>
            <a:prstGeom prst="rect">
              <a:avLst/>
            </a:prstGeom>
            <a:solidFill>
              <a:srgbClr val="B9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6" name="Google Shape;2006;p20"/>
            <p:cNvSpPr/>
            <p:nvPr/>
          </p:nvSpPr>
          <p:spPr>
            <a:xfrm>
              <a:off x="5778500" y="5086350"/>
              <a:ext cx="69900" cy="57300"/>
            </a:xfrm>
            <a:prstGeom prst="rect">
              <a:avLst/>
            </a:prstGeom>
            <a:solidFill>
              <a:srgbClr val="BA65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7" name="Google Shape;2007;p20"/>
            <p:cNvSpPr/>
            <p:nvPr/>
          </p:nvSpPr>
          <p:spPr>
            <a:xfrm>
              <a:off x="5842000" y="5086350"/>
              <a:ext cx="69900" cy="57300"/>
            </a:xfrm>
            <a:prstGeom prst="rect">
              <a:avLst/>
            </a:prstGeom>
            <a:solidFill>
              <a:srgbClr val="BC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8" name="Google Shape;2008;p20"/>
            <p:cNvSpPr/>
            <p:nvPr/>
          </p:nvSpPr>
          <p:spPr>
            <a:xfrm>
              <a:off x="5905500" y="5086350"/>
              <a:ext cx="69900" cy="57300"/>
            </a:xfrm>
            <a:prstGeom prst="rect">
              <a:avLst/>
            </a:prstGeom>
            <a:solidFill>
              <a:srgbClr val="BD64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9" name="Google Shape;2009;p20"/>
            <p:cNvSpPr/>
            <p:nvPr/>
          </p:nvSpPr>
          <p:spPr>
            <a:xfrm>
              <a:off x="5969000" y="5086350"/>
              <a:ext cx="69900" cy="57300"/>
            </a:xfrm>
            <a:prstGeom prst="rect">
              <a:avLst/>
            </a:prstGeom>
            <a:solidFill>
              <a:srgbClr val="BE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0" name="Google Shape;2010;p20"/>
            <p:cNvSpPr/>
            <p:nvPr/>
          </p:nvSpPr>
          <p:spPr>
            <a:xfrm>
              <a:off x="6032500" y="5086350"/>
              <a:ext cx="69900" cy="57300"/>
            </a:xfrm>
            <a:prstGeom prst="rect">
              <a:avLst/>
            </a:prstGeom>
            <a:solidFill>
              <a:srgbClr val="C0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1" name="Google Shape;2011;p20"/>
            <p:cNvSpPr/>
            <p:nvPr/>
          </p:nvSpPr>
          <p:spPr>
            <a:xfrm>
              <a:off x="6096000" y="5086350"/>
              <a:ext cx="69900" cy="57300"/>
            </a:xfrm>
            <a:prstGeom prst="rect">
              <a:avLst/>
            </a:prstGeom>
            <a:solidFill>
              <a:srgbClr val="C163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2" name="Google Shape;2012;p20"/>
            <p:cNvSpPr/>
            <p:nvPr/>
          </p:nvSpPr>
          <p:spPr>
            <a:xfrm>
              <a:off x="6159500" y="5086350"/>
              <a:ext cx="69900" cy="57300"/>
            </a:xfrm>
            <a:prstGeom prst="rect">
              <a:avLst/>
            </a:prstGeom>
            <a:solidFill>
              <a:srgbClr val="C2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3" name="Google Shape;2013;p20"/>
            <p:cNvSpPr/>
            <p:nvPr/>
          </p:nvSpPr>
          <p:spPr>
            <a:xfrm>
              <a:off x="6223000" y="5086350"/>
              <a:ext cx="69900" cy="57300"/>
            </a:xfrm>
            <a:prstGeom prst="rect">
              <a:avLst/>
            </a:prstGeom>
            <a:solidFill>
              <a:srgbClr val="C462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4" name="Google Shape;2014;p20"/>
            <p:cNvSpPr/>
            <p:nvPr/>
          </p:nvSpPr>
          <p:spPr>
            <a:xfrm>
              <a:off x="6286500" y="5086350"/>
              <a:ext cx="69900" cy="57300"/>
            </a:xfrm>
            <a:prstGeom prst="rect">
              <a:avLst/>
            </a:prstGeom>
            <a:solidFill>
              <a:srgbClr val="C56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5" name="Google Shape;2015;p20"/>
            <p:cNvSpPr/>
            <p:nvPr/>
          </p:nvSpPr>
          <p:spPr>
            <a:xfrm>
              <a:off x="6350000" y="5086350"/>
              <a:ext cx="69900" cy="57300"/>
            </a:xfrm>
            <a:prstGeom prst="rect">
              <a:avLst/>
            </a:prstGeom>
            <a:solidFill>
              <a:srgbClr val="C6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6" name="Google Shape;2016;p20"/>
            <p:cNvSpPr/>
            <p:nvPr/>
          </p:nvSpPr>
          <p:spPr>
            <a:xfrm>
              <a:off x="6413500" y="5086350"/>
              <a:ext cx="69900" cy="57300"/>
            </a:xfrm>
            <a:prstGeom prst="rect">
              <a:avLst/>
            </a:prstGeom>
            <a:solidFill>
              <a:srgbClr val="C7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7" name="Google Shape;2017;p20"/>
            <p:cNvSpPr/>
            <p:nvPr/>
          </p:nvSpPr>
          <p:spPr>
            <a:xfrm>
              <a:off x="6477000" y="5086350"/>
              <a:ext cx="69900" cy="57300"/>
            </a:xfrm>
            <a:prstGeom prst="rect">
              <a:avLst/>
            </a:prstGeom>
            <a:solidFill>
              <a:srgbClr val="C961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8" name="Google Shape;2018;p20"/>
            <p:cNvSpPr/>
            <p:nvPr/>
          </p:nvSpPr>
          <p:spPr>
            <a:xfrm>
              <a:off x="6540500" y="5086350"/>
              <a:ext cx="69900" cy="57300"/>
            </a:xfrm>
            <a:prstGeom prst="rect">
              <a:avLst/>
            </a:prstGeom>
            <a:solidFill>
              <a:srgbClr val="CA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9" name="Google Shape;2019;p20"/>
            <p:cNvSpPr/>
            <p:nvPr/>
          </p:nvSpPr>
          <p:spPr>
            <a:xfrm>
              <a:off x="6604000" y="5086350"/>
              <a:ext cx="69900" cy="57300"/>
            </a:xfrm>
            <a:prstGeom prst="rect">
              <a:avLst/>
            </a:prstGeom>
            <a:solidFill>
              <a:srgbClr val="CB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0" name="Google Shape;2020;p20"/>
            <p:cNvSpPr/>
            <p:nvPr/>
          </p:nvSpPr>
          <p:spPr>
            <a:xfrm>
              <a:off x="6667500" y="5086350"/>
              <a:ext cx="69900" cy="57300"/>
            </a:xfrm>
            <a:prstGeom prst="rect">
              <a:avLst/>
            </a:prstGeom>
            <a:solidFill>
              <a:srgbClr val="CD6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1" name="Google Shape;2021;p20"/>
            <p:cNvSpPr/>
            <p:nvPr/>
          </p:nvSpPr>
          <p:spPr>
            <a:xfrm>
              <a:off x="6731000" y="5086350"/>
              <a:ext cx="69900" cy="57300"/>
            </a:xfrm>
            <a:prstGeom prst="rect">
              <a:avLst/>
            </a:prstGeom>
            <a:solidFill>
              <a:srgbClr val="CE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2" name="Google Shape;2022;p20"/>
            <p:cNvSpPr/>
            <p:nvPr/>
          </p:nvSpPr>
          <p:spPr>
            <a:xfrm>
              <a:off x="6794500" y="5086350"/>
              <a:ext cx="69900" cy="57300"/>
            </a:xfrm>
            <a:prstGeom prst="rect">
              <a:avLst/>
            </a:prstGeom>
            <a:solidFill>
              <a:srgbClr val="CF5F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3" name="Google Shape;2023;p20"/>
            <p:cNvSpPr/>
            <p:nvPr/>
          </p:nvSpPr>
          <p:spPr>
            <a:xfrm>
              <a:off x="6858000" y="5086350"/>
              <a:ext cx="69900" cy="57300"/>
            </a:xfrm>
            <a:prstGeom prst="rect">
              <a:avLst/>
            </a:prstGeom>
            <a:solidFill>
              <a:srgbClr val="D1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4" name="Google Shape;2024;p20"/>
            <p:cNvSpPr/>
            <p:nvPr/>
          </p:nvSpPr>
          <p:spPr>
            <a:xfrm>
              <a:off x="6921500" y="5086350"/>
              <a:ext cx="69900" cy="57300"/>
            </a:xfrm>
            <a:prstGeom prst="rect">
              <a:avLst/>
            </a:prstGeom>
            <a:solidFill>
              <a:srgbClr val="D2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5" name="Google Shape;2025;p20"/>
            <p:cNvSpPr/>
            <p:nvPr/>
          </p:nvSpPr>
          <p:spPr>
            <a:xfrm>
              <a:off x="6985000" y="5086350"/>
              <a:ext cx="69900" cy="57300"/>
            </a:xfrm>
            <a:prstGeom prst="rect">
              <a:avLst/>
            </a:prstGeom>
            <a:solidFill>
              <a:srgbClr val="D35E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6" name="Google Shape;2026;p20"/>
            <p:cNvSpPr/>
            <p:nvPr/>
          </p:nvSpPr>
          <p:spPr>
            <a:xfrm>
              <a:off x="7048500" y="5086350"/>
              <a:ext cx="69900" cy="57300"/>
            </a:xfrm>
            <a:prstGeom prst="rect">
              <a:avLst/>
            </a:prstGeom>
            <a:solidFill>
              <a:srgbClr val="D5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7" name="Google Shape;2027;p20"/>
            <p:cNvSpPr/>
            <p:nvPr/>
          </p:nvSpPr>
          <p:spPr>
            <a:xfrm>
              <a:off x="7112000" y="5086350"/>
              <a:ext cx="69900" cy="57300"/>
            </a:xfrm>
            <a:prstGeom prst="rect">
              <a:avLst/>
            </a:prstGeom>
            <a:solidFill>
              <a:srgbClr val="D65D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8" name="Google Shape;2028;p20"/>
            <p:cNvSpPr/>
            <p:nvPr/>
          </p:nvSpPr>
          <p:spPr>
            <a:xfrm>
              <a:off x="7175500" y="5086350"/>
              <a:ext cx="69900" cy="57300"/>
            </a:xfrm>
            <a:prstGeom prst="rect">
              <a:avLst/>
            </a:prstGeom>
            <a:solidFill>
              <a:srgbClr val="D75D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9" name="Google Shape;2029;p20"/>
            <p:cNvSpPr/>
            <p:nvPr/>
          </p:nvSpPr>
          <p:spPr>
            <a:xfrm>
              <a:off x="7239000" y="5086350"/>
              <a:ext cx="69900" cy="57300"/>
            </a:xfrm>
            <a:prstGeom prst="rect">
              <a:avLst/>
            </a:prstGeom>
            <a:solidFill>
              <a:srgbClr val="D9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0" name="Google Shape;2030;p20"/>
            <p:cNvSpPr/>
            <p:nvPr/>
          </p:nvSpPr>
          <p:spPr>
            <a:xfrm>
              <a:off x="7302500" y="5086350"/>
              <a:ext cx="69900" cy="57300"/>
            </a:xfrm>
            <a:prstGeom prst="rect">
              <a:avLst/>
            </a:prstGeom>
            <a:solidFill>
              <a:srgbClr val="DA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1" name="Google Shape;2031;p20"/>
            <p:cNvSpPr/>
            <p:nvPr/>
          </p:nvSpPr>
          <p:spPr>
            <a:xfrm>
              <a:off x="7366000" y="5086350"/>
              <a:ext cx="69900" cy="57300"/>
            </a:xfrm>
            <a:prstGeom prst="rect">
              <a:avLst/>
            </a:prstGeom>
            <a:solidFill>
              <a:srgbClr val="DB5C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2" name="Google Shape;2032;p20"/>
            <p:cNvSpPr/>
            <p:nvPr/>
          </p:nvSpPr>
          <p:spPr>
            <a:xfrm>
              <a:off x="7429500" y="5086350"/>
              <a:ext cx="69900" cy="57300"/>
            </a:xfrm>
            <a:prstGeom prst="rect">
              <a:avLst/>
            </a:prstGeom>
            <a:solidFill>
              <a:srgbClr val="DD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3" name="Google Shape;2033;p20"/>
            <p:cNvSpPr/>
            <p:nvPr/>
          </p:nvSpPr>
          <p:spPr>
            <a:xfrm>
              <a:off x="7493000" y="5086350"/>
              <a:ext cx="69900" cy="57300"/>
            </a:xfrm>
            <a:prstGeom prst="rect">
              <a:avLst/>
            </a:prstGeom>
            <a:solidFill>
              <a:srgbClr val="DE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4" name="Google Shape;2034;p20"/>
            <p:cNvSpPr/>
            <p:nvPr/>
          </p:nvSpPr>
          <p:spPr>
            <a:xfrm>
              <a:off x="7556500" y="5086350"/>
              <a:ext cx="69900" cy="57300"/>
            </a:xfrm>
            <a:prstGeom prst="rect">
              <a:avLst/>
            </a:prstGeom>
            <a:solidFill>
              <a:srgbClr val="DF5B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5" name="Google Shape;2035;p20"/>
            <p:cNvSpPr/>
            <p:nvPr/>
          </p:nvSpPr>
          <p:spPr>
            <a:xfrm>
              <a:off x="7620000" y="5086350"/>
              <a:ext cx="69900" cy="57300"/>
            </a:xfrm>
            <a:prstGeom prst="rect">
              <a:avLst/>
            </a:prstGeom>
            <a:solidFill>
              <a:srgbClr val="E1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6" name="Google Shape;2036;p20"/>
            <p:cNvSpPr/>
            <p:nvPr/>
          </p:nvSpPr>
          <p:spPr>
            <a:xfrm>
              <a:off x="7683500" y="5086350"/>
              <a:ext cx="69900" cy="57300"/>
            </a:xfrm>
            <a:prstGeom prst="rect">
              <a:avLst/>
            </a:prstGeom>
            <a:solidFill>
              <a:srgbClr val="E25A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7" name="Google Shape;2037;p20"/>
            <p:cNvSpPr/>
            <p:nvPr/>
          </p:nvSpPr>
          <p:spPr>
            <a:xfrm>
              <a:off x="7747000" y="5086350"/>
              <a:ext cx="69900" cy="57300"/>
            </a:xfrm>
            <a:prstGeom prst="rect">
              <a:avLst/>
            </a:prstGeom>
            <a:solidFill>
              <a:srgbClr val="E3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8" name="Google Shape;2038;p20"/>
            <p:cNvSpPr/>
            <p:nvPr/>
          </p:nvSpPr>
          <p:spPr>
            <a:xfrm>
              <a:off x="7810500" y="5086350"/>
              <a:ext cx="69900" cy="57300"/>
            </a:xfrm>
            <a:prstGeom prst="rect">
              <a:avLst/>
            </a:prstGeom>
            <a:solidFill>
              <a:srgbClr val="E5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9" name="Google Shape;2039;p20"/>
            <p:cNvSpPr/>
            <p:nvPr/>
          </p:nvSpPr>
          <p:spPr>
            <a:xfrm>
              <a:off x="7874000" y="5086350"/>
              <a:ext cx="69900" cy="57300"/>
            </a:xfrm>
            <a:prstGeom prst="rect">
              <a:avLst/>
            </a:prstGeom>
            <a:solidFill>
              <a:srgbClr val="E65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0" name="Google Shape;2040;p20"/>
            <p:cNvSpPr/>
            <p:nvPr/>
          </p:nvSpPr>
          <p:spPr>
            <a:xfrm>
              <a:off x="7937500" y="5086350"/>
              <a:ext cx="69900" cy="57300"/>
            </a:xfrm>
            <a:prstGeom prst="rect">
              <a:avLst/>
            </a:prstGeom>
            <a:solidFill>
              <a:srgbClr val="E75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1" name="Google Shape;2041;p20"/>
            <p:cNvSpPr/>
            <p:nvPr/>
          </p:nvSpPr>
          <p:spPr>
            <a:xfrm>
              <a:off x="8001000" y="5086350"/>
              <a:ext cx="69900" cy="57300"/>
            </a:xfrm>
            <a:prstGeom prst="rect">
              <a:avLst/>
            </a:prstGeom>
            <a:solidFill>
              <a:srgbClr val="E9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2" name="Google Shape;2042;p20"/>
            <p:cNvSpPr/>
            <p:nvPr/>
          </p:nvSpPr>
          <p:spPr>
            <a:xfrm>
              <a:off x="8064500" y="5086350"/>
              <a:ext cx="69900" cy="57300"/>
            </a:xfrm>
            <a:prstGeom prst="rect">
              <a:avLst/>
            </a:prstGeom>
            <a:solidFill>
              <a:srgbClr val="EA58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3" name="Google Shape;2043;p20"/>
            <p:cNvSpPr/>
            <p:nvPr/>
          </p:nvSpPr>
          <p:spPr>
            <a:xfrm>
              <a:off x="8128000" y="5086350"/>
              <a:ext cx="69900" cy="57300"/>
            </a:xfrm>
            <a:prstGeom prst="rect">
              <a:avLst/>
            </a:prstGeom>
            <a:solidFill>
              <a:srgbClr val="EB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4" name="Google Shape;2044;p20"/>
            <p:cNvSpPr/>
            <p:nvPr/>
          </p:nvSpPr>
          <p:spPr>
            <a:xfrm>
              <a:off x="8191500" y="5086350"/>
              <a:ext cx="69900" cy="57300"/>
            </a:xfrm>
            <a:prstGeom prst="rect">
              <a:avLst/>
            </a:prstGeom>
            <a:solidFill>
              <a:srgbClr val="EC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5" name="Google Shape;2045;p20"/>
            <p:cNvSpPr/>
            <p:nvPr/>
          </p:nvSpPr>
          <p:spPr>
            <a:xfrm>
              <a:off x="8255000" y="5086350"/>
              <a:ext cx="69900" cy="57300"/>
            </a:xfrm>
            <a:prstGeom prst="rect">
              <a:avLst/>
            </a:prstGeom>
            <a:solidFill>
              <a:srgbClr val="EE57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6" name="Google Shape;2046;p20"/>
            <p:cNvSpPr/>
            <p:nvPr/>
          </p:nvSpPr>
          <p:spPr>
            <a:xfrm>
              <a:off x="8318500" y="5086350"/>
              <a:ext cx="69900" cy="57300"/>
            </a:xfrm>
            <a:prstGeom prst="rect">
              <a:avLst/>
            </a:prstGeom>
            <a:solidFill>
              <a:srgbClr val="EF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7" name="Google Shape;2047;p20"/>
            <p:cNvSpPr/>
            <p:nvPr/>
          </p:nvSpPr>
          <p:spPr>
            <a:xfrm>
              <a:off x="8382000" y="5086350"/>
              <a:ext cx="69900" cy="57300"/>
            </a:xfrm>
            <a:prstGeom prst="rect">
              <a:avLst/>
            </a:prstGeom>
            <a:solidFill>
              <a:srgbClr val="F056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8" name="Google Shape;2048;p20"/>
            <p:cNvSpPr/>
            <p:nvPr/>
          </p:nvSpPr>
          <p:spPr>
            <a:xfrm>
              <a:off x="8445500" y="5086350"/>
              <a:ext cx="69900" cy="57300"/>
            </a:xfrm>
            <a:prstGeom prst="rect">
              <a:avLst/>
            </a:prstGeom>
            <a:solidFill>
              <a:srgbClr val="F25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9" name="Google Shape;2049;p20"/>
            <p:cNvSpPr/>
            <p:nvPr/>
          </p:nvSpPr>
          <p:spPr>
            <a:xfrm>
              <a:off x="8509000" y="5086350"/>
              <a:ext cx="69900" cy="57300"/>
            </a:xfrm>
            <a:prstGeom prst="rect">
              <a:avLst/>
            </a:prstGeom>
            <a:solidFill>
              <a:srgbClr val="F3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0" name="Google Shape;2050;p20"/>
            <p:cNvSpPr/>
            <p:nvPr/>
          </p:nvSpPr>
          <p:spPr>
            <a:xfrm>
              <a:off x="8572500" y="5086350"/>
              <a:ext cx="69900" cy="57300"/>
            </a:xfrm>
            <a:prstGeom prst="rect">
              <a:avLst/>
            </a:prstGeom>
            <a:solidFill>
              <a:srgbClr val="F455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1" name="Google Shape;2051;p20"/>
            <p:cNvSpPr/>
            <p:nvPr/>
          </p:nvSpPr>
          <p:spPr>
            <a:xfrm>
              <a:off x="8636000" y="5086350"/>
              <a:ext cx="69900" cy="57300"/>
            </a:xfrm>
            <a:prstGeom prst="rect">
              <a:avLst/>
            </a:prstGeom>
            <a:solidFill>
              <a:srgbClr val="F6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2" name="Google Shape;2052;p20"/>
            <p:cNvSpPr/>
            <p:nvPr/>
          </p:nvSpPr>
          <p:spPr>
            <a:xfrm>
              <a:off x="8699500" y="5086350"/>
              <a:ext cx="69900" cy="57300"/>
            </a:xfrm>
            <a:prstGeom prst="rect">
              <a:avLst/>
            </a:prstGeom>
            <a:solidFill>
              <a:srgbClr val="F7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3" name="Google Shape;2053;p20"/>
            <p:cNvSpPr/>
            <p:nvPr/>
          </p:nvSpPr>
          <p:spPr>
            <a:xfrm>
              <a:off x="8763000" y="5086350"/>
              <a:ext cx="69900" cy="57300"/>
            </a:xfrm>
            <a:prstGeom prst="rect">
              <a:avLst/>
            </a:prstGeom>
            <a:solidFill>
              <a:srgbClr val="F85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4" name="Google Shape;2054;p20"/>
            <p:cNvSpPr/>
            <p:nvPr/>
          </p:nvSpPr>
          <p:spPr>
            <a:xfrm>
              <a:off x="8826500" y="5086350"/>
              <a:ext cx="69900" cy="57300"/>
            </a:xfrm>
            <a:prstGeom prst="rect">
              <a:avLst/>
            </a:prstGeom>
            <a:solidFill>
              <a:srgbClr val="FA53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5" name="Google Shape;2055;p20"/>
            <p:cNvSpPr/>
            <p:nvPr/>
          </p:nvSpPr>
          <p:spPr>
            <a:xfrm>
              <a:off x="8890000" y="5086350"/>
              <a:ext cx="69900" cy="57300"/>
            </a:xfrm>
            <a:prstGeom prst="rect">
              <a:avLst/>
            </a:prstGeom>
            <a:solidFill>
              <a:srgbClr val="FB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6" name="Google Shape;2056;p20"/>
            <p:cNvSpPr/>
            <p:nvPr/>
          </p:nvSpPr>
          <p:spPr>
            <a:xfrm>
              <a:off x="8953500" y="5086350"/>
              <a:ext cx="69900" cy="57300"/>
            </a:xfrm>
            <a:prstGeom prst="rect">
              <a:avLst/>
            </a:prstGeom>
            <a:solidFill>
              <a:srgbClr val="FC53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7" name="Google Shape;2057;p20"/>
            <p:cNvSpPr/>
            <p:nvPr/>
          </p:nvSpPr>
          <p:spPr>
            <a:xfrm>
              <a:off x="9017000" y="5086350"/>
              <a:ext cx="69900" cy="57300"/>
            </a:xfrm>
            <a:prstGeom prst="rect">
              <a:avLst/>
            </a:prstGeom>
            <a:solidFill>
              <a:srgbClr val="FE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8" name="Google Shape;2058;p20"/>
            <p:cNvSpPr/>
            <p:nvPr/>
          </p:nvSpPr>
          <p:spPr>
            <a:xfrm>
              <a:off x="9080500" y="5086350"/>
              <a:ext cx="69900" cy="57300"/>
            </a:xfrm>
            <a:prstGeom prst="rect">
              <a:avLst/>
            </a:prstGeom>
            <a:solidFill>
              <a:srgbClr val="FF52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59" name="Google Shape;2059;p20"/>
          <p:cNvSpPr txBox="1"/>
          <p:nvPr/>
        </p:nvSpPr>
        <p:spPr>
          <a:xfrm>
            <a:off x="8524875" y="4867275"/>
            <a:ext cx="476400" cy="190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1100">
                <a:solidFill>
                  <a:srgbClr val="6D17EE"/>
                </a:solidFill>
                <a:latin typeface="Noto Sans JP"/>
                <a:ea typeface="Noto Sans JP"/>
                <a:cs typeface="Noto Sans JP"/>
                <a:sym typeface="Noto Sans JP"/>
              </a:rPr>
              <a:t>9</a:t>
            </a:r>
            <a:endParaRPr sz="1100">
              <a:solidFill>
                <a:srgbClr val="6D17EE"/>
              </a:solidFill>
              <a:latin typeface="Noto Sans JP"/>
              <a:ea typeface="Noto Sans JP"/>
              <a:cs typeface="Noto Sans JP"/>
              <a:sym typeface="Noto Sans JP"/>
            </a:endParaRPr>
          </a:p>
        </p:txBody>
      </p:sp>
      <p:pic>
        <p:nvPicPr>
          <p:cNvPr id="2060" name="Google Shape;2060;p20" title="logo_Google_for_Education_lockup_horizontal_RGB.png"/>
          <p:cNvPicPr preferRelativeResize="0"/>
          <p:nvPr/>
        </p:nvPicPr>
        <p:blipFill>
          <a:blip r:embed="rId3">
            <a:alphaModFix/>
          </a:blip>
          <a:stretch>
            <a:fillRect/>
          </a:stretch>
        </p:blipFill>
        <p:spPr>
          <a:xfrm>
            <a:off x="5985150" y="323750"/>
            <a:ext cx="2608101" cy="591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